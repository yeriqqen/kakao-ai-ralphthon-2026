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6c491576974ffe" /><Relationship Type="http://schemas.openxmlformats.org/officeDocument/2006/relationships/extended-properties" Target="/docProps/app.xml" Id="R1ead67dcbb714f79" /><Relationship Type="http://schemas.openxmlformats.org/officeDocument/2006/relationships/officeDocument" Target="/ppt/presentation.xml" Id="Rd349fb71976d46d6" /></Relationships>
</file>

<file path=ppt/presentation.xml><?xml version="1.0" encoding="utf-8"?>
<p:presentation xmlns:p="http://schemas.openxmlformats.org/presentationml/2006/main">
  <p:sldMasterIdLst>
    <p:sldMasterId xmlns:r="http://schemas.openxmlformats.org/officeDocument/2006/relationships" id="2147483648" r:id="R332233a8c8c1410b"/>
  </p:sldMasterIdLst>
  <p:notesMasterIdLst>
    <p:notesMasterId xmlns:r="http://schemas.openxmlformats.org/officeDocument/2006/relationships" r:id="R5f43efc3c7ea4323"/>
  </p:notesMasterIdLst>
  <p:sldIdLst>
    <p:sldId xmlns:r="http://schemas.openxmlformats.org/officeDocument/2006/relationships" id="256" r:id="Rce43391a4a664cad"/>
    <p:sldId xmlns:r="http://schemas.openxmlformats.org/officeDocument/2006/relationships" id="257" r:id="Rf6cba9e8e78044b6"/>
    <p:sldId xmlns:r="http://schemas.openxmlformats.org/officeDocument/2006/relationships" id="258" r:id="Rd52534eb78da42e7"/>
    <p:sldId xmlns:r="http://schemas.openxmlformats.org/officeDocument/2006/relationships" id="259" r:id="Ra3364935383946a7"/>
    <p:sldId xmlns:r="http://schemas.openxmlformats.org/officeDocument/2006/relationships" id="260" r:id="R6be383d00da245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c048a0c2ea4293" /><Relationship Type="http://schemas.openxmlformats.org/officeDocument/2006/relationships/slideMaster" Target="/ppt/slideMasters/slideMaster1.xml" Id="R332233a8c8c1410b" /><Relationship Type="http://schemas.openxmlformats.org/officeDocument/2006/relationships/notesMaster" Target="/ppt/notesMasters/notesMaster1.xml" Id="R5f43efc3c7ea4323" /><Relationship Type="http://schemas.openxmlformats.org/officeDocument/2006/relationships/presProps" Target="/ppt/presProps.xml" Id="Raed751d97b6e4692" /><Relationship Type="http://schemas.openxmlformats.org/officeDocument/2006/relationships/tableStyles" Target="/ppt/tableStyles.xml" Id="R34c0573d72a54be2" /><Relationship Type="http://schemas.openxmlformats.org/officeDocument/2006/relationships/slide" Target="/ppt/slides/slide1.xml" Id="Rce43391a4a664cad" /><Relationship Type="http://schemas.openxmlformats.org/officeDocument/2006/relationships/slide" Target="/ppt/slides/slide2.xml" Id="Rf6cba9e8e78044b6" /><Relationship Type="http://schemas.openxmlformats.org/officeDocument/2006/relationships/slide" Target="/ppt/slides/slide3.xml" Id="Rd52534eb78da42e7" /><Relationship Type="http://schemas.openxmlformats.org/officeDocument/2006/relationships/slide" Target="/ppt/slides/slide4.xml" Id="Ra3364935383946a7" /><Relationship Type="http://schemas.openxmlformats.org/officeDocument/2006/relationships/slide" Target="/ppt/slides/slide5.xml" Id="R6be383d00da245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52482803f148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d5cd5ade9341ec" /><Relationship Type="http://schemas.openxmlformats.org/officeDocument/2006/relationships/notesMaster" Target="/ppt/notesMasters/notesMaster1.xml" Id="R0d0f318deb4d42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aa41b0d88540c8" /><Relationship Type="http://schemas.openxmlformats.org/officeDocument/2006/relationships/notesMaster" Target="/ppt/notesMasters/notesMaster1.xml" Id="Ree7a26f2d51f47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67c35b17d14825" /><Relationship Type="http://schemas.openxmlformats.org/officeDocument/2006/relationships/notesMaster" Target="/ppt/notesMasters/notesMaster1.xml" Id="R7abfde0f09154b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04fe7972bc4f9a" /><Relationship Type="http://schemas.openxmlformats.org/officeDocument/2006/relationships/notesMaster" Target="/ppt/notesMasters/notesMaster1.xml" Id="R3acb4326279e49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fe35229c5b47f8" /><Relationship Type="http://schemas.openxmlformats.org/officeDocument/2006/relationships/notesMaster" Target="/ppt/notesMasters/notesMaster1.xml" Id="Rfe4a7a46eb8a4f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Open a separate business tab on the same laptop. It must remain inactive before customer authorization. Accept only when incoming. Use fictional customer details and business answers. Choose an unknown customer detail based on the actual interview, rather than assuming prior-visit status is unknown. If API credit is still blocked, show the explicit blocker and do not present synthetic fixtures as a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Evidence source: artifacts/v2/customer-ui-check.json and the integration checkpoint recorded in verification.md. Browser checks use mocked API routes, not real models or speech. State completion rules are an implementation boundary, not proof of a live successful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5a9369488843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5d99b5376241a3" /><Relationship Type="http://schemas.openxmlformats.org/officeDocument/2006/relationships/slideLayout" Target="/ppt/slideLayouts/slideLayout1.xml" Id="R99e8f98df65743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e8f98df65743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44e3a7d61b40fb" /><Relationship Type="http://schemas.openxmlformats.org/officeDocument/2006/relationships/notesSlide" Target="/ppt/notesSlides/notesSlide1.xml" Id="Re6686d10e2b141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5cd06e18254542" /><Relationship Type="http://schemas.openxmlformats.org/officeDocument/2006/relationships/notesSlide" Target="/ppt/notesSlides/notesSlide2.xml" Id="Reedf5932e3f347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d536930df44d98" /><Relationship Type="http://schemas.openxmlformats.org/officeDocument/2006/relationships/notesSlide" Target="/ppt/notesSlides/notesSlide3.xml" Id="R33bbc76525bf4e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83265fa5b948a0" /><Relationship Type="http://schemas.openxmlformats.org/officeDocument/2006/relationships/notesSlide" Target="/ppt/notesSlides/notesSlide4.xml" Id="R753fae756f1145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92d94743f84e95" /><Relationship Type="http://schemas.openxmlformats.org/officeDocument/2006/relationships/notesSlide" Target="/ppt/notesSlides/notesSlide5.xml" Id="R0457415caf0a4fd9"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4A55D6-1EBD-48E2-B250-5D0CC20C8C1C}"/>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B0037AD4-D03B-442D-A3DA-E6601ED6477E}"/>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FFD0EDF2-719E-4D8E-AA1E-83C2A331D4C2}"/>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8CA30AB2-75C3-43DD-9CA4-9898A20BFBD0}"/>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3BAFC63F-BC40-40B1-A60C-FE9DA8BEB9D1}"/>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E0019D54-ADC4-40B8-8F7D-C53D26234D4C}"/>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1512914990"/>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C693A61-B6E8-4218-AB60-D45D82727E9C}"/>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2F0E2441-5949-4FB4-B454-382D0A46C959}"/>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D19B8CBE-E441-4CE4-BF01-AF583D528F0B}"/>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89839227-688A-45CA-B43B-7539D50EA1F8}"/>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C28E94D-BF4B-4566-BBF9-C3178682233E}"/>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8792BA1D-01D2-4613-A2E2-0E1A4A3852FF}"/>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D79BAEA2-9FE4-4D77-B41C-3BA87DBDC2DC}"/>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9CBFDAA-29CC-4B45-95F4-E75A15ACCFB3}"/>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DB6BF8CE-168F-4E63-B60C-E7561B4F26BF}"/>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304447D0-CE14-40BF-B6DA-475E675DC3E6}"/>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F51DC84-F9D4-4ECE-9050-EFA486BE103D}"/>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ED410A9E-F70A-4325-A9F6-31C511695150}"/>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F7C2F393-984A-49C9-B886-5B640884E913}"/>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2CB946EA-D649-4922-92D6-6D94F525F4FB}"/>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B5A53EEE-4E61-4B66-B3BE-4560A0498465}"/>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131C5F6F-AB0E-45D5-AE9D-B5334325E295}"/>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6B2B9D5A-1E2A-41CB-8263-2E941606D5DF}"/>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5F330305-1286-47C3-A55F-A4EC526CD904}"/>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925733934"/>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809129-4B46-4FA4-83A1-1A8FD85FE511}"/>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991D8AD1-8A81-4E07-90C9-97713F631C8A}"/>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AED890E1-BF82-4EC3-83A5-1132A985EA4A}"/>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DCA3D518-4719-4773-8E0E-FC25F6EE4900}"/>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Planned acceptance run using real OpenAI services</a:t>
            </a:r>
          </a:p>
        </p:txBody>
      </p:sp>
      <p:sp>
        <p:nvSpPr>
          <p:cNvPr id="5" name="">
            <a:extLst xmlns:a="http://schemas.openxmlformats.org/drawingml/2006/main">
              <a:ext uri="{FF2B5EF4-FFF2-40B4-BE49-F238E27FC236}">
                <a16:creationId xmlns:a16="http://schemas.microsoft.com/office/drawing/2014/main" id="{AEE72E20-8E54-41D8-BEA1-91E1CD908FD3}"/>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40C6FDE1-F649-4B4B-AEEB-9C9960891B57}"/>
              </a:ext>
            </a:extLst>
          </p:cNvPr>
          <p:cNvSpPr>
            <a:spLocks xmlns:a="http://schemas.openxmlformats.org/drawingml/2006/main" noGrp="1"/>
          </p:cNvSpPr>
          <p:nvPr/>
        </p:nvSpPr>
        <p:spPr>
          <a:xfrm xmlns:a="http://schemas.openxmlformats.org/drawingml/2006/main">
            <a:off x="704850" y="2638425"/>
            <a:ext cx="544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 want to go to a hospital.”</a:t>
            </a:r>
          </a:p>
        </p:txBody>
      </p:sp>
      <p:sp>
        <p:nvSpPr>
          <p:cNvPr id="7" name="">
            <a:extLst xmlns:a="http://schemas.openxmlformats.org/drawingml/2006/main">
              <a:ext uri="{FF2B5EF4-FFF2-40B4-BE49-F238E27FC236}">
                <a16:creationId xmlns:a16="http://schemas.microsoft.com/office/drawing/2014/main" id="{B8D6D884-2345-43FC-9618-0864C7ED915B}"/>
              </a:ext>
            </a:extLst>
          </p:cNvPr>
          <p:cNvSpPr>
            <a:spLocks xmlns:a="http://schemas.openxmlformats.org/drawingml/2006/main" noGrp="1"/>
          </p:cNvSpPr>
          <p:nvPr/>
        </p:nvSpPr>
        <p:spPr>
          <a:xfrm xmlns:a="http://schemas.openxmlformats.org/drawingml/2006/main">
            <a:off x="704850" y="3467100"/>
            <a:ext cx="53816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5BCD7C36-2496-4228-8AD2-584011EFEFF2}"/>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117F1ABE-6822-4C31-8DBF-26E1D40A99F7}"/>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9F061662-6B34-4FFA-A790-A83830C8BF13}"/>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7C6CEFE1-3C31-44D3-B5D6-914A6EE04735}"/>
              </a:ext>
            </a:extLst>
          </p:cNvPr>
          <p:cNvSpPr>
            <a:spLocks xmlns:a="http://schemas.openxmlformats.org/drawingml/2006/main" noGrp="1"/>
          </p:cNvSpPr>
          <p:nvPr/>
        </p:nvSpPr>
        <p:spPr>
          <a:xfrm xmlns:a="http://schemas.openxmlformats.org/drawingml/2006/main">
            <a:off x="704850" y="5391150"/>
            <a:ext cx="10753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teammate asks a detail the interview has not covered.</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AI asks the customer, waits, and relays the answer in Korean.</a:t>
            </a:r>
          </a:p>
        </p:txBody>
      </p:sp>
    </p:spTree>
    <p:extLst>
      <p:ext uri="{BB962C8B-B14F-4D97-AF65-F5344CB8AC3E}">
        <p14:creationId xmlns:p14="http://schemas.microsoft.com/office/powerpoint/2010/main" val="1022440355"/>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65BAA9-C12C-4D9C-A12D-810CD9AA8898}"/>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What is verified</a:t>
            </a:r>
          </a:p>
        </p:txBody>
      </p:sp>
      <p:sp>
        <p:nvSpPr>
          <p:cNvPr id="2" name="">
            <a:extLst xmlns:a="http://schemas.openxmlformats.org/drawingml/2006/main">
              <a:ext uri="{FF2B5EF4-FFF2-40B4-BE49-F238E27FC236}">
                <a16:creationId xmlns:a16="http://schemas.microsoft.com/office/drawing/2014/main" id="{383F3288-D1F5-43ED-AF33-496A8A260612}"/>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363A5260-8300-4558-B682-DBC7CAE9D301}"/>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50144D8F-7946-487A-A189-7113F780B04D}"/>
              </a:ext>
            </a:extLst>
          </p:cNvPr>
          <p:cNvSpPr>
            <a:spLocks xmlns:a="http://schemas.openxmlformats.org/drawingml/2006/main" noGrp="1"/>
          </p:cNvSpPr>
          <p:nvPr/>
        </p:nvSpPr>
        <p:spPr>
          <a:xfrm xmlns:a="http://schemas.openxmlformats.org/drawingml/2006/main">
            <a:off x="704850" y="1552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Customer interface</a:t>
            </a:r>
          </a:p>
        </p:txBody>
      </p:sp>
      <p:sp>
        <p:nvSpPr>
          <p:cNvPr id="5" name="">
            <a:extLst xmlns:a="http://schemas.openxmlformats.org/drawingml/2006/main">
              <a:ext uri="{FF2B5EF4-FFF2-40B4-BE49-F238E27FC236}">
                <a16:creationId xmlns:a16="http://schemas.microsoft.com/office/drawing/2014/main" id="{E7385884-E80C-4D48-86B3-F7D36974A629}"/>
              </a:ext>
            </a:extLst>
          </p:cNvPr>
          <p:cNvSpPr>
            <a:spLocks xmlns:a="http://schemas.openxmlformats.org/drawingml/2006/main" noGrp="1"/>
          </p:cNvSpPr>
          <p:nvPr/>
        </p:nvSpPr>
        <p:spPr>
          <a:xfrm xmlns:a="http://schemas.openxmlformats.org/drawingml/2006/main">
            <a:off x="704850" y="20097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20 synthetic browser checks passed across English, Russian, and Chinese.</a:t>
            </a:r>
          </a:p>
        </p:txBody>
      </p:sp>
      <p:sp>
        <p:nvSpPr>
          <p:cNvPr id="6" name="">
            <a:extLst xmlns:a="http://schemas.openxmlformats.org/drawingml/2006/main">
              <a:ext uri="{FF2B5EF4-FFF2-40B4-BE49-F238E27FC236}">
                <a16:creationId xmlns:a16="http://schemas.microsoft.com/office/drawing/2014/main" id="{DA9F421C-1357-462D-8AA4-F2B180DFFDEE}"/>
              </a:ext>
            </a:extLst>
          </p:cNvPr>
          <p:cNvSpPr>
            <a:spLocks xmlns:a="http://schemas.openxmlformats.org/drawingml/2006/main" noGrp="1"/>
          </p:cNvSpPr>
          <p:nvPr/>
        </p:nvSpPr>
        <p:spPr>
          <a:xfrm xmlns:a="http://schemas.openxmlformats.org/drawingml/2006/main">
            <a:off x="704850" y="25336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4756D"/>
                </a:solidFill>
                <a:latin typeface="Arial"/>
                <a:ea typeface="Arial"/>
                <a:cs typeface="Arial"/>
              </a:defRPr>
            </a:pPr>
            <a:r>
              <a:rPr sz="1725" b="0">
                <a:solidFill>
                  <a:srgbClr val="64756D"/>
                </a:solidFill>
                <a:latin typeface="Arial"/>
                <a:ea typeface="Arial"/>
                <a:cs typeface="Arial"/>
              </a:rPr>
              <a:t>Checks use mocked API responses. They do not verify real AI or speech.</a:t>
            </a:r>
          </a:p>
        </p:txBody>
      </p:sp>
      <p:sp>
        <p:nvSpPr>
          <p:cNvPr id="7" name="">
            <a:extLst xmlns:a="http://schemas.openxmlformats.org/drawingml/2006/main">
              <a:ext uri="{FF2B5EF4-FFF2-40B4-BE49-F238E27FC236}">
                <a16:creationId xmlns:a16="http://schemas.microsoft.com/office/drawing/2014/main" id="{ABD7B9E6-FD70-4614-BD5D-CD9E60DC4783}"/>
              </a:ext>
            </a:extLst>
          </p:cNvPr>
          <p:cNvSpPr>
            <a:spLocks xmlns:a="http://schemas.openxmlformats.org/drawingml/2006/main" noGrp="1"/>
          </p:cNvSpPr>
          <p:nvPr/>
        </p:nvSpPr>
        <p:spPr>
          <a:xfrm xmlns:a="http://schemas.openxmlformats.org/drawingml/2006/main">
            <a:off x="704850" y="3190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Live OpenAI conversation</a:t>
            </a:r>
          </a:p>
        </p:txBody>
      </p:sp>
      <p:sp>
        <p:nvSpPr>
          <p:cNvPr id="8" name="">
            <a:extLst xmlns:a="http://schemas.openxmlformats.org/drawingml/2006/main">
              <a:ext uri="{FF2B5EF4-FFF2-40B4-BE49-F238E27FC236}">
                <a16:creationId xmlns:a16="http://schemas.microsoft.com/office/drawing/2014/main" id="{602DD12C-CE39-4D4D-AE5B-8B4BA8735728}"/>
              </a:ext>
            </a:extLst>
          </p:cNvPr>
          <p:cNvSpPr>
            <a:spLocks xmlns:a="http://schemas.openxmlformats.org/drawingml/2006/main" noGrp="1"/>
          </p:cNvSpPr>
          <p:nvPr/>
        </p:nvSpPr>
        <p:spPr>
          <a:xfrm xmlns:a="http://schemas.openxmlformats.org/drawingml/2006/main">
            <a:off x="704850" y="36766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986224"/>
                </a:solidFill>
                <a:latin typeface="Arial"/>
                <a:ea typeface="Arial"/>
                <a:cs typeface="Arial"/>
              </a:defRPr>
            </a:pPr>
            <a:r>
              <a:rPr sz="2100" b="1">
                <a:solidFill>
                  <a:srgbClr val="986224"/>
                </a:solidFill>
                <a:latin typeface="Arial"/>
                <a:ea typeface="Arial"/>
                <a:cs typeface="Arial"/>
              </a:rPr>
              <a:t>Blocked: the configured API account has no credit (HTTP 429).</a:t>
            </a:r>
          </a:p>
        </p:txBody>
      </p:sp>
      <p:sp>
        <p:nvSpPr>
          <p:cNvPr id="9" name="">
            <a:extLst xmlns:a="http://schemas.openxmlformats.org/drawingml/2006/main">
              <a:ext uri="{FF2B5EF4-FFF2-40B4-BE49-F238E27FC236}">
                <a16:creationId xmlns:a16="http://schemas.microsoft.com/office/drawing/2014/main" id="{467C9939-4475-4BC1-AF6D-723CFB15C556}"/>
              </a:ext>
            </a:extLst>
          </p:cNvPr>
          <p:cNvSpPr>
            <a:spLocks xmlns:a="http://schemas.openxmlformats.org/drawingml/2006/main" noGrp="1"/>
          </p:cNvSpPr>
          <p:nvPr/>
        </p:nvSpPr>
        <p:spPr>
          <a:xfrm xmlns:a="http://schemas.openxmlformats.org/drawingml/2006/main">
            <a:off x="704850" y="4533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Korean microphone and audible Realtime speech</a:t>
            </a:r>
          </a:p>
        </p:txBody>
      </p:sp>
      <p:sp>
        <p:nvSpPr>
          <p:cNvPr id="10" name="">
            <a:extLst xmlns:a="http://schemas.openxmlformats.org/drawingml/2006/main">
              <a:ext uri="{FF2B5EF4-FFF2-40B4-BE49-F238E27FC236}">
                <a16:creationId xmlns:a16="http://schemas.microsoft.com/office/drawing/2014/main" id="{782FFEFD-F4BA-4F8F-8BD3-8AE889B53C8E}"/>
              </a:ext>
            </a:extLst>
          </p:cNvPr>
          <p:cNvSpPr>
            <a:spLocks xmlns:a="http://schemas.openxmlformats.org/drawingml/2006/main" noGrp="1"/>
          </p:cNvSpPr>
          <p:nvPr/>
        </p:nvSpPr>
        <p:spPr>
          <a:xfrm xmlns:a="http://schemas.openxmlformats.org/drawingml/2006/main">
            <a:off x="704850" y="50101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986224"/>
                </a:solidFill>
                <a:latin typeface="Arial"/>
                <a:ea typeface="Arial"/>
                <a:cs typeface="Arial"/>
              </a:defRPr>
            </a:pPr>
            <a:r>
              <a:rPr sz="2100" b="1">
                <a:solidFill>
                  <a:srgbClr val="986224"/>
                </a:solidFill>
                <a:latin typeface="Arial"/>
                <a:ea typeface="Arial"/>
                <a:cs typeface="Arial"/>
              </a:rPr>
              <a:t>Unverified: no completed live microphone and speaker run.</a:t>
            </a:r>
          </a:p>
        </p:txBody>
      </p:sp>
      <p:sp>
        <p:nvSpPr>
          <p:cNvPr id="11" name="">
            <a:extLst xmlns:a="http://schemas.openxmlformats.org/drawingml/2006/main">
              <a:ext uri="{FF2B5EF4-FFF2-40B4-BE49-F238E27FC236}">
                <a16:creationId xmlns:a16="http://schemas.microsoft.com/office/drawing/2014/main" id="{C37099BA-9B82-4D33-8D34-83CCB3459345}"/>
              </a:ext>
            </a:extLst>
          </p:cNvPr>
          <p:cNvSpPr>
            <a:spLocks xmlns:a="http://schemas.openxmlformats.org/drawingml/2006/main" noGrp="1"/>
          </p:cNvSpPr>
          <p:nvPr/>
        </p:nvSpPr>
        <p:spPr>
          <a:xfrm xmlns:a="http://schemas.openxmlformats.org/drawingml/2006/main">
            <a:off x="704850" y="57435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4756D"/>
                </a:solidFill>
                <a:latin typeface="Arial"/>
                <a:ea typeface="Arial"/>
                <a:cs typeface="Arial"/>
              </a:defRPr>
            </a:pPr>
            <a:r>
              <a:rPr sz="1650" b="0">
                <a:solidFill>
                  <a:srgbClr val="64756D"/>
                </a:solidFill>
                <a:latin typeface="Arial"/>
                <a:ea typeface="Arial"/>
                <a:cs typeface="Arial"/>
              </a:rPr>
              <a:t>Completion requires every required answer, evidence, and a confirmed readback.</a:t>
            </a:r>
          </a:p>
          <a:p xmlns:a="http://schemas.openxmlformats.org/drawingml/2006/main">
            <a:pPr>
              <a:defRPr sz="1650" b="0">
                <a:solidFill>
                  <a:srgbClr val="64756D"/>
                </a:solidFill>
                <a:latin typeface="Arial"/>
                <a:ea typeface="Arial"/>
                <a:cs typeface="Arial"/>
              </a:defRPr>
            </a:pPr>
            <a:r>
              <a:rPr sz="1650" b="0">
                <a:solidFill>
                  <a:srgbClr val="64756D"/>
                </a:solidFill>
                <a:latin typeface="Arial"/>
                <a:ea typeface="Arial"/>
                <a:cs typeface="Arial"/>
              </a:rPr>
              <a:t>An early ending preserves unresolved questions.</a:t>
            </a:r>
          </a:p>
        </p:txBody>
      </p:sp>
    </p:spTree>
    <p:extLst>
      <p:ext uri="{BB962C8B-B14F-4D97-AF65-F5344CB8AC3E}">
        <p14:creationId xmlns:p14="http://schemas.microsoft.com/office/powerpoint/2010/main" val="1342611127"/>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536F14-5551-4842-B67E-681DD3F112CA}"/>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EE864FCB-927C-47B1-9F69-5FECF96FD8FE}"/>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78F55EEB-29C1-41B0-B14F-03EBCDAB258E}"/>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4DBC6E62-07FF-4E3D-A180-412EC8D5603E}"/>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F7A7F230-3E83-4F53-A48B-5F937F8D6E82}"/>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CDEBAD0D-9DC4-44F3-8BB7-3D7B583CC238}"/>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2C30AE8F-8AB1-4787-BA33-DBBC26BD440B}"/>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124A2FF1-579E-4A09-AB82-5416D4FD8C30}"/>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859675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2026-09-29T05:00:25.5380000Z</dcterms:created>
  <dcterms:modified xsi:type="dcterms:W3CDTF">2026-09-29T05:00:25.5380000Z</dcterms:modified>
</coreProperties>
</file>