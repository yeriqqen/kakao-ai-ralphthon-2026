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d713685ee444ae" /><Relationship Type="http://schemas.openxmlformats.org/officeDocument/2006/relationships/extended-properties" Target="/docProps/app.xml" Id="R7cbe961e72514f8b" /><Relationship Type="http://schemas.openxmlformats.org/officeDocument/2006/relationships/officeDocument" Target="/ppt/presentation.xml" Id="Rce99138c7fd7477d" /></Relationships>
</file>

<file path=ppt/presentation.xml><?xml version="1.0" encoding="utf-8"?>
<p:presentation xmlns:p="http://schemas.openxmlformats.org/presentationml/2006/main">
  <p:sldMasterIdLst>
    <p:sldMasterId xmlns:r="http://schemas.openxmlformats.org/officeDocument/2006/relationships" id="2147483648" r:id="Re80b81125c754e09"/>
  </p:sldMasterIdLst>
  <p:notesMasterIdLst>
    <p:notesMasterId xmlns:r="http://schemas.openxmlformats.org/officeDocument/2006/relationships" r:id="Rfc512b05d4f64ade"/>
  </p:notesMasterIdLst>
  <p:sldIdLst>
    <p:sldId xmlns:r="http://schemas.openxmlformats.org/officeDocument/2006/relationships" id="256" r:id="R15312cfdabc44014"/>
    <p:sldId xmlns:r="http://schemas.openxmlformats.org/officeDocument/2006/relationships" id="257" r:id="R04c70c129208487a"/>
    <p:sldId xmlns:r="http://schemas.openxmlformats.org/officeDocument/2006/relationships" id="258" r:id="R14fd29fed47c43d4"/>
    <p:sldId xmlns:r="http://schemas.openxmlformats.org/officeDocument/2006/relationships" id="259" r:id="R42f21e2d95244eb4"/>
    <p:sldId xmlns:r="http://schemas.openxmlformats.org/officeDocument/2006/relationships" id="260" r:id="Rb1c54478fc4947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f88644e76a4cb7" /><Relationship Type="http://schemas.openxmlformats.org/officeDocument/2006/relationships/slideMaster" Target="/ppt/slideMasters/slideMaster1.xml" Id="Re80b81125c754e09" /><Relationship Type="http://schemas.openxmlformats.org/officeDocument/2006/relationships/notesMaster" Target="/ppt/notesMasters/notesMaster1.xml" Id="Rfc512b05d4f64ade" /><Relationship Type="http://schemas.openxmlformats.org/officeDocument/2006/relationships/presProps" Target="/ppt/presProps.xml" Id="R00515e7d41f443e3" /><Relationship Type="http://schemas.openxmlformats.org/officeDocument/2006/relationships/tableStyles" Target="/ppt/tableStyles.xml" Id="Rbbe8800e04874418" /><Relationship Type="http://schemas.openxmlformats.org/officeDocument/2006/relationships/slide" Target="/ppt/slides/slide1.xml" Id="R15312cfdabc44014" /><Relationship Type="http://schemas.openxmlformats.org/officeDocument/2006/relationships/slide" Target="/ppt/slides/slide2.xml" Id="R04c70c129208487a" /><Relationship Type="http://schemas.openxmlformats.org/officeDocument/2006/relationships/slide" Target="/ppt/slides/slide3.xml" Id="R14fd29fed47c43d4" /><Relationship Type="http://schemas.openxmlformats.org/officeDocument/2006/relationships/slide" Target="/ppt/slides/slide4.xml" Id="R42f21e2d95244eb4" /><Relationship Type="http://schemas.openxmlformats.org/officeDocument/2006/relationships/slide" Target="/ppt/slides/slide5.xml" Id="Rb1c54478fc4947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2c8f8c01bd4e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d77c84003c4172" /><Relationship Type="http://schemas.openxmlformats.org/officeDocument/2006/relationships/notesMaster" Target="/ppt/notesMasters/notesMaster1.xml" Id="Ra71f36d1290549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e02e1ce457445a" /><Relationship Type="http://schemas.openxmlformats.org/officeDocument/2006/relationships/notesMaster" Target="/ppt/notesMasters/notesMaster1.xml" Id="Re9eaa425bf1746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ddc3f9187f4dfc" /><Relationship Type="http://schemas.openxmlformats.org/officeDocument/2006/relationships/notesMaster" Target="/ppt/notesMasters/notesMaster1.xml" Id="R2cb55080415b4f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3343b101a1466c" /><Relationship Type="http://schemas.openxmlformats.org/officeDocument/2006/relationships/notesMaster" Target="/ppt/notesMasters/notesMaster1.xml" Id="R72ede13951c74f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864fae490e4f6a" /><Relationship Type="http://schemas.openxmlformats.org/officeDocument/2006/relationships/notesMaster" Target="/ppt/notesMasters/notesMaster1.xml" Id="R90841914636746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clinic facts and patient details in this deck are fictional simulation fixtures authorized by the team. No actual call or verified clinic fact is claimed. Product-value status is Unverified without user feedback. Official five-page PDF requirement: https://ralphthon.org/kakao-ai-dot-2026/#process . Three-minute judging guide: https://ralphthon.org/kakao-ai-dot-2026/student-preparation.pdf .</a:t>
            </a:r>
          </a:p>
          <a:p xmlns:a="http://schemas.openxmlformats.org/drawingml/2006/main">
            <a:r>
              <a:t>0:00–0:25. 고객과 문제를 소개합니다. 핵심 정보가 전화로만 확인되는 상황에 집중한다고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clinic facts and patient details in this deck are fictional simulation fixtures authorized by the team. No actual call or verified clinic fact is claimed. Product-value status is Unverified without user feedback. Official five-page PDF requirement: https://ralphthon.org/kakao-ai-dot-2026/#process . Three-minute judging guide: https://ralphthon.org/kakao-ai-dot-2026/student-preparation.pdf .</a:t>
            </a:r>
          </a:p>
          <a:p xmlns:a="http://schemas.openxmlformats.org/drawingml/2006/main">
            <a:r>
              <a:t>0:25–0:55. 사용자 화면과 접수자 화면 모두 Simulated call로 표시합니다. 한국어 계획을 보여주고 사용자가 시작합니다. 실제 전화 연결은 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clinic facts and patient details in this deck are fictional simulation fixtures authorized by the team. No actual call or verified clinic fact is claimed. Product-value status is Unverified without user feedback. Official five-page PDF requirement: https://ralphthon.org/kakao-ai-dot-2026/#process . Three-minute judging guide: https://ralphthon.org/kakao-ai-dot-2026/student-preparation.pdf .</a:t>
            </a:r>
          </a:p>
          <a:p xmlns:a="http://schemas.openxmlformats.org/drawingml/2006/main">
            <a:r>
              <a:t>0:55–1:55. 요청: “Узнайте в этой детской клинике, принимает ли сегодня женщина-врач, принимают ли пациентов без корейской государственной медицинской страховки и сколько сейчас ждать.” 팀원이 예상 답변을 말하고 처음 방문 여부를 질문합니다. 사용자가 Да.를 입력하면 한국어로 돌려줍니다. 이 슬라이드는 기대 결과이며 실제 실행 성공의 증거가 아닙니다. 실제 요약은 대화에서 확인한 사실만 포함해야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clinic facts and patient details in this deck are fictional simulation fixtures authorized by the team. No actual call or verified clinic fact is claimed. Product-value status is Unverified without user feedback. Official five-page PDF requirement: https://ralphthon.org/kakao-ai-dot-2026/#process . Three-minute judging guide: https://ralphthon.org/kakao-ai-dot-2026/student-preparation.pdf .</a:t>
            </a:r>
          </a:p>
          <a:p xmlns:a="http://schemas.openxmlformats.org/drawingml/2006/main">
            <a:r>
              <a:t>1:55–2:30. Codex에 핵심 흐름과 모르는 정보를 추측하지 않는 조건을 맡겼습니다. 화면과 처리 로직의 자동 검증은 실제 마이크 대화 성공과 구분합니다. 브라우저 음성 인식은 권한과 서비스 가용성에 영향을 받습니다. 최신 근거는 별도 검증 보고서에서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clinic facts and patient details in this deck are fictional simulation fixtures authorized by the team. No actual call or verified clinic fact is claimed. Product-value status is Unverified without user feedback. Official five-page PDF requirement: https://ralphthon.org/kakao-ai-dot-2026/#process . Three-minute judging guide: https://ralphthon.org/kakao-ai-dot-2026/student-preparation.pdf .</a:t>
            </a:r>
          </a:p>
          <a:p xmlns:a="http://schemas.openxmlformats.org/drawingml/2006/main">
            <a:r>
              <a:t>2:30–3:00. 실제 사용자 가치가 검증되었다고 주장하지 않습니다. 대화 결과와 접수·진료용 가상 서류를 다시 보여주고 마칩니다. 현재 범위는 한 클리닉 시뮬레이션이며 실제 전화를 걸지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74f97e5e0448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22dd8cd1c643f0" /><Relationship Type="http://schemas.openxmlformats.org/officeDocument/2006/relationships/slideLayout" Target="/ppt/slideLayouts/slideLayout1.xml" Id="R94501dcfe68546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501dcfe68546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8ea5738e434a4c" /><Relationship Type="http://schemas.openxmlformats.org/officeDocument/2006/relationships/notesSlide" Target="/ppt/notesSlides/notesSlide1.xml" Id="Rc79f988757e143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305ab4bc134eb9" /><Relationship Type="http://schemas.openxmlformats.org/officeDocument/2006/relationships/notesSlide" Target="/ppt/notesSlides/notesSlide2.xml" Id="R4ff0009ddb324b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7ac8f23bfb47c3" /><Relationship Type="http://schemas.openxmlformats.org/officeDocument/2006/relationships/notesSlide" Target="/ppt/notesSlides/notesSlide3.xml" Id="R4d5f4fa3d5b546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51666ad1f74f72" /><Relationship Type="http://schemas.openxmlformats.org/officeDocument/2006/relationships/notesSlide" Target="/ppt/notesSlides/notesSlide4.xml" Id="Ra7adbce9775542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c17e67f36d4c36" /><Relationship Type="http://schemas.openxmlformats.org/officeDocument/2006/relationships/notesSlide" Target="/ppt/notesSlides/notesSlide5.xml" Id="R92ef20301f974b63" /></Relationships>
</file>

<file path=ppt/slides/slide1.xml><?xml version="1.0" encoding="utf-8"?>
<p:sld xmlns:p="http://schemas.openxmlformats.org/presentationml/2006/main">
  <p:cSld>
    <p:bg>
      <p:bgPr>
        <a:solidFill xmlns:a="http://schemas.openxmlformats.org/drawingml/2006/main">
          <a:srgbClr val="1B51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1F51CE-4056-4838-AF38-DF5698C3B00F}"/>
              </a:ext>
            </a:extLst>
          </p:cNvPr>
          <p:cNvSpPr>
            <a:spLocks xmlns:a="http://schemas.openxmlformats.org/drawingml/2006/main" noGrp="1"/>
          </p:cNvSpPr>
          <p:nvPr/>
        </p:nvSpPr>
        <p:spPr>
          <a:xfrm xmlns:a="http://schemas.openxmlformats.org/drawingml/2006/main">
            <a:off x="685800" y="63341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DDECCF"/>
                </a:solidFill>
                <a:latin typeface="Arial"/>
                <a:ea typeface="Arial"/>
                <a:cs typeface="Arial"/>
              </a:defRPr>
            </a:pPr>
            <a:r>
              <a:rPr sz="1500" b="0">
                <a:solidFill>
                  <a:srgbClr val="DDECCF"/>
                </a:solidFill>
                <a:latin typeface="Arial"/>
                <a:ea typeface="Arial"/>
                <a:cs typeface="Arial"/>
              </a:rPr>
              <a:t>YOKOBU · Simulated call · 실제 전화 없음</a:t>
            </a:r>
          </a:p>
        </p:txBody>
      </p:sp>
      <p:sp>
        <p:nvSpPr>
          <p:cNvPr id="2" name="">
            <a:extLst xmlns:a="http://schemas.openxmlformats.org/drawingml/2006/main">
              <a:ext uri="{FF2B5EF4-FFF2-40B4-BE49-F238E27FC236}">
                <a16:creationId xmlns:a16="http://schemas.microsoft.com/office/drawing/2014/main" id="{2BB62727-6151-4295-8844-A738B53E5822}"/>
              </a:ext>
            </a:extLst>
          </p:cNvPr>
          <p:cNvSpPr>
            <a:spLocks xmlns:a="http://schemas.openxmlformats.org/drawingml/2006/main" noGrp="1"/>
          </p:cNvSpPr>
          <p:nvPr/>
        </p:nvSpPr>
        <p:spPr>
          <a:xfrm xmlns:a="http://schemas.openxmlformats.org/drawingml/2006/main">
            <a:off x="10763250" y="6334125"/>
            <a:ext cx="80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DDECCF"/>
                </a:solidFill>
                <a:latin typeface="Arial"/>
                <a:ea typeface="Arial"/>
                <a:cs typeface="Arial"/>
              </a:defRPr>
            </a:pPr>
            <a:r>
              <a:rPr sz="1500" b="0">
                <a:solidFill>
                  <a:srgbClr val="DDECCF"/>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90A1BDB5-65B8-481F-9F0E-2C1C28196DF1}"/>
              </a:ext>
            </a:extLst>
          </p:cNvPr>
          <p:cNvSpPr>
            <a:spLocks xmlns:a="http://schemas.openxmlformats.org/drawingml/2006/main" noGrp="1"/>
          </p:cNvSpPr>
          <p:nvPr/>
        </p:nvSpPr>
        <p:spPr>
          <a:xfrm xmlns:a="http://schemas.openxmlformats.org/drawingml/2006/main">
            <a:off x="685800" y="54292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300" b="1">
                <a:solidFill>
                  <a:srgbClr val="E4F4A2"/>
                </a:solidFill>
                <a:latin typeface="Arial"/>
                <a:ea typeface="Arial"/>
                <a:cs typeface="Arial"/>
              </a:defRPr>
            </a:pPr>
            <a:r>
              <a:rPr sz="6300" b="1">
                <a:solidFill>
                  <a:srgbClr val="E4F4A2"/>
                </a:solidFill>
                <a:latin typeface="Arial"/>
                <a:ea typeface="Arial"/>
                <a:cs typeface="Arial"/>
              </a:rPr>
              <a:t>YOKOBU</a:t>
            </a:r>
          </a:p>
        </p:txBody>
      </p:sp>
      <p:sp>
        <p:nvSpPr>
          <p:cNvPr id="4" name="">
            <a:extLst xmlns:a="http://schemas.openxmlformats.org/drawingml/2006/main">
              <a:ext uri="{FF2B5EF4-FFF2-40B4-BE49-F238E27FC236}">
                <a16:creationId xmlns:a16="http://schemas.microsoft.com/office/drawing/2014/main" id="{8BF1DD9D-2239-4C6E-B092-7CB4F5799235}"/>
              </a:ext>
            </a:extLst>
          </p:cNvPr>
          <p:cNvSpPr>
            <a:spLocks xmlns:a="http://schemas.openxmlformats.org/drawingml/2006/main" noGrp="1"/>
          </p:cNvSpPr>
          <p:nvPr/>
        </p:nvSpPr>
        <p:spPr>
          <a:xfrm xmlns:a="http://schemas.openxmlformats.org/drawingml/2006/main">
            <a:off x="685800" y="195262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500" b="1">
                <a:solidFill>
                  <a:srgbClr val="FFFFFF"/>
                </a:solidFill>
                <a:latin typeface="Apple SD Gothic Neo"/>
                <a:ea typeface="Apple SD Gothic Neo"/>
                <a:cs typeface="Apple SD Gothic Neo"/>
              </a:defRPr>
            </a:pPr>
            <a:r>
              <a:rPr sz="4500" b="1">
                <a:solidFill>
                  <a:srgbClr val="FFFFFF"/>
                </a:solidFill>
                <a:latin typeface="Apple SD Gothic Neo"/>
                <a:ea typeface="Apple SD Gothic Neo"/>
                <a:cs typeface="Apple SD Gothic Neo"/>
              </a:rPr>
              <a:t>전화로만 확인할 수 있는</a:t>
            </a:r>
          </a:p>
          <a:p xmlns:a="http://schemas.openxmlformats.org/drawingml/2006/main">
            <a:pPr>
              <a:defRPr sz="4500" b="1">
                <a:solidFill>
                  <a:srgbClr val="FFFFFF"/>
                </a:solidFill>
                <a:latin typeface="Apple SD Gothic Neo"/>
                <a:ea typeface="Apple SD Gothic Neo"/>
                <a:cs typeface="Apple SD Gothic Neo"/>
              </a:defRPr>
            </a:pPr>
            <a:r>
              <a:rPr sz="4500" b="1">
                <a:solidFill>
                  <a:srgbClr val="FFFFFF"/>
                </a:solidFill>
                <a:latin typeface="Apple SD Gothic Neo"/>
                <a:ea typeface="Apple SD Gothic Neo"/>
                <a:cs typeface="Apple SD Gothic Neo"/>
              </a:rPr>
              <a:t>생활 정보</a:t>
            </a:r>
          </a:p>
        </p:txBody>
      </p:sp>
      <p:sp>
        <p:nvSpPr>
          <p:cNvPr id="5" name="">
            <a:extLst xmlns:a="http://schemas.openxmlformats.org/drawingml/2006/main">
              <a:ext uri="{FF2B5EF4-FFF2-40B4-BE49-F238E27FC236}">
                <a16:creationId xmlns:a16="http://schemas.microsoft.com/office/drawing/2014/main" id="{E814A024-F1F2-4CFD-B7DA-9625EB9884D6}"/>
              </a:ext>
            </a:extLst>
          </p:cNvPr>
          <p:cNvSpPr>
            <a:spLocks xmlns:a="http://schemas.openxmlformats.org/drawingml/2006/main" noGrp="1"/>
          </p:cNvSpPr>
          <p:nvPr/>
        </p:nvSpPr>
        <p:spPr>
          <a:xfrm xmlns:a="http://schemas.openxmlformats.org/drawingml/2006/main">
            <a:off x="723900" y="3905250"/>
            <a:ext cx="10782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FFF"/>
                </a:solidFill>
                <a:latin typeface="Apple SD Gothic Neo"/>
                <a:ea typeface="Apple SD Gothic Neo"/>
                <a:cs typeface="Apple SD Gothic Neo"/>
              </a:defRPr>
            </a:pPr>
            <a:r>
              <a:rPr sz="2400" b="0">
                <a:solidFill>
                  <a:srgbClr val="FFFFFF"/>
                </a:solidFill>
                <a:latin typeface="Apple SD Gothic Neo"/>
                <a:ea typeface="Apple SD Gothic Neo"/>
                <a:cs typeface="Apple SD Gothic Neo"/>
              </a:rPr>
              <a:t>한국의 외국인 거주자와 관광객, 농인·난청인을 위한</a:t>
            </a:r>
          </a:p>
          <a:p xmlns:a="http://schemas.openxmlformats.org/drawingml/2006/main">
            <a:pPr>
              <a:defRPr sz="2400" b="0">
                <a:solidFill>
                  <a:srgbClr val="FFFFFF"/>
                </a:solidFill>
                <a:latin typeface="Apple SD Gothic Neo"/>
                <a:ea typeface="Apple SD Gothic Neo"/>
                <a:cs typeface="Apple SD Gothic Neo"/>
              </a:defRPr>
            </a:pPr>
            <a:r>
              <a:rPr sz="2400" b="0">
                <a:solidFill>
                  <a:srgbClr val="FFFFFF"/>
                </a:solidFill>
                <a:latin typeface="Apple SD Gothic Neo"/>
                <a:ea typeface="Apple SD Gothic Neo"/>
                <a:cs typeface="Apple SD Gothic Neo"/>
              </a:rPr>
              <a:t>AI 음성 컨시어지 데모</a:t>
            </a:r>
          </a:p>
        </p:txBody>
      </p:sp>
      <p:sp>
        <p:nvSpPr>
          <p:cNvPr id="6" name="">
            <a:extLst xmlns:a="http://schemas.openxmlformats.org/drawingml/2006/main">
              <a:ext uri="{FF2B5EF4-FFF2-40B4-BE49-F238E27FC236}">
                <a16:creationId xmlns:a16="http://schemas.microsoft.com/office/drawing/2014/main" id="{95349773-24C3-4B89-8CBD-82568E995295}"/>
              </a:ext>
            </a:extLst>
          </p:cNvPr>
          <p:cNvSpPr>
            <a:spLocks xmlns:a="http://schemas.openxmlformats.org/drawingml/2006/main" noGrp="1"/>
          </p:cNvSpPr>
          <p:nvPr/>
        </p:nvSpPr>
        <p:spPr>
          <a:xfrm xmlns:a="http://schemas.openxmlformats.org/drawingml/2006/main">
            <a:off x="723900" y="51720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DDECCF"/>
                </a:solidFill>
                <a:latin typeface="Apple SD Gothic Neo"/>
                <a:ea typeface="Apple SD Gothic Neo"/>
                <a:cs typeface="Apple SD Gothic Neo"/>
              </a:defRPr>
            </a:pPr>
            <a:r>
              <a:rPr sz="1950" b="0">
                <a:solidFill>
                  <a:srgbClr val="DDECCF"/>
                </a:solidFill>
                <a:latin typeface="Apple SD Gothic Neo"/>
                <a:ea typeface="Apple SD Gothic Neo"/>
                <a:cs typeface="Apple SD Gothic Neo"/>
              </a:rPr>
              <a:t>한국어 전화는 언어와 청각 접근성 장벽을 만듭니다.</a:t>
            </a:r>
          </a:p>
          <a:p xmlns:a="http://schemas.openxmlformats.org/drawingml/2006/main">
            <a:pPr>
              <a:defRPr sz="1950" b="0">
                <a:solidFill>
                  <a:srgbClr val="DDECCF"/>
                </a:solidFill>
                <a:latin typeface="Apple SD Gothic Neo"/>
                <a:ea typeface="Apple SD Gothic Neo"/>
                <a:cs typeface="Apple SD Gothic Neo"/>
              </a:defRPr>
            </a:pPr>
            <a:r>
              <a:rPr sz="1950" b="0">
                <a:solidFill>
                  <a:srgbClr val="DDECCF"/>
                </a:solidFill>
                <a:latin typeface="Apple SD Gothic Neo"/>
                <a:ea typeface="Apple SD Gothic Neo"/>
                <a:cs typeface="Apple SD Gothic Neo"/>
              </a:rPr>
              <a:t>번역 앱과 온라인 목록만으로 확인하기 어려운 정보를 다룹니다.</a:t>
            </a:r>
          </a:p>
        </p:txBody>
      </p:sp>
    </p:spTree>
    <p:extLst>
      <p:ext uri="{BB962C8B-B14F-4D97-AF65-F5344CB8AC3E}">
        <p14:creationId xmlns:p14="http://schemas.microsoft.com/office/powerpoint/2010/main" val="1353561267"/>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DD61A25-D583-42FD-99C4-23CF3577687B}"/>
              </a:ext>
            </a:extLst>
          </p:cNvPr>
          <p:cNvSpPr>
            <a:spLocks xmlns:a="http://schemas.openxmlformats.org/drawingml/2006/main" noGrp="1"/>
          </p:cNvSpPr>
          <p:nvPr/>
        </p:nvSpPr>
        <p:spPr>
          <a:xfrm xmlns:a="http://schemas.openxmlformats.org/drawingml/2006/main">
            <a:off x="685800" y="5524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pple SD Gothic Neo"/>
                <a:ea typeface="Apple SD Gothic Neo"/>
                <a:cs typeface="Apple SD Gothic Neo"/>
              </a:defRPr>
            </a:pPr>
            <a:r>
              <a:rPr sz="3900" b="1">
                <a:solidFill>
                  <a:srgbClr val="1B5147"/>
                </a:solidFill>
                <a:latin typeface="Apple SD Gothic Neo"/>
                <a:ea typeface="Apple SD Gothic Neo"/>
                <a:cs typeface="Apple SD Gothic Neo"/>
              </a:rPr>
              <a:t>사용자 흐름</a:t>
            </a:r>
          </a:p>
        </p:txBody>
      </p:sp>
      <p:sp>
        <p:nvSpPr>
          <p:cNvPr id="2" name="">
            <a:extLst xmlns:a="http://schemas.openxmlformats.org/drawingml/2006/main">
              <a:ext uri="{FF2B5EF4-FFF2-40B4-BE49-F238E27FC236}">
                <a16:creationId xmlns:a16="http://schemas.microsoft.com/office/drawing/2014/main" id="{AFD20E99-2532-4555-878D-CC5487011990}"/>
              </a:ext>
            </a:extLst>
          </p:cNvPr>
          <p:cNvSpPr>
            <a:spLocks xmlns:a="http://schemas.openxmlformats.org/drawingml/2006/main" noGrp="1"/>
          </p:cNvSpPr>
          <p:nvPr/>
        </p:nvSpPr>
        <p:spPr>
          <a:xfrm xmlns:a="http://schemas.openxmlformats.org/drawingml/2006/main">
            <a:off x="685800" y="63341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4756D"/>
                </a:solidFill>
                <a:latin typeface="Arial"/>
                <a:ea typeface="Arial"/>
                <a:cs typeface="Arial"/>
              </a:defRPr>
            </a:pPr>
            <a:r>
              <a:rPr sz="1500" b="0">
                <a:solidFill>
                  <a:srgbClr val="64756D"/>
                </a:solidFill>
                <a:latin typeface="Arial"/>
                <a:ea typeface="Arial"/>
                <a:cs typeface="Arial"/>
              </a:rPr>
              <a:t>YOKOBU · Simulated call · 실제 전화 없음</a:t>
            </a:r>
          </a:p>
        </p:txBody>
      </p:sp>
      <p:sp>
        <p:nvSpPr>
          <p:cNvPr id="3" name="">
            <a:extLst xmlns:a="http://schemas.openxmlformats.org/drawingml/2006/main">
              <a:ext uri="{FF2B5EF4-FFF2-40B4-BE49-F238E27FC236}">
                <a16:creationId xmlns:a16="http://schemas.microsoft.com/office/drawing/2014/main" id="{795E839F-C8D9-467E-A884-A438D25D7B29}"/>
              </a:ext>
            </a:extLst>
          </p:cNvPr>
          <p:cNvSpPr>
            <a:spLocks xmlns:a="http://schemas.openxmlformats.org/drawingml/2006/main" noGrp="1"/>
          </p:cNvSpPr>
          <p:nvPr/>
        </p:nvSpPr>
        <p:spPr>
          <a:xfrm xmlns:a="http://schemas.openxmlformats.org/drawingml/2006/main">
            <a:off x="10763250" y="6334125"/>
            <a:ext cx="80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4756D"/>
                </a:solidFill>
                <a:latin typeface="Arial"/>
                <a:ea typeface="Arial"/>
                <a:cs typeface="Arial"/>
              </a:defRPr>
            </a:pPr>
            <a:r>
              <a:rPr sz="1500" b="0">
                <a:solidFill>
                  <a:srgbClr val="64756D"/>
                </a:solidFill>
                <a:latin typeface="Arial"/>
                <a:ea typeface="Arial"/>
                <a:cs typeface="Arial"/>
              </a:rPr>
              <a:t>2 / 5</a:t>
            </a:r>
          </a:p>
        </p:txBody>
      </p:sp>
      <p:sp>
        <p:nvSpPr>
          <p:cNvPr id="4" name="">
            <a:extLst xmlns:a="http://schemas.openxmlformats.org/drawingml/2006/main">
              <a:ext uri="{FF2B5EF4-FFF2-40B4-BE49-F238E27FC236}">
                <a16:creationId xmlns:a16="http://schemas.microsoft.com/office/drawing/2014/main" id="{AC3AE63C-D769-43A5-912F-52BCE7610271}"/>
              </a:ext>
            </a:extLst>
          </p:cNvPr>
          <p:cNvSpPr>
            <a:spLocks xmlns:a="http://schemas.openxmlformats.org/drawingml/2006/main" noGrp="1"/>
          </p:cNvSpPr>
          <p:nvPr/>
        </p:nvSpPr>
        <p:spPr>
          <a:xfrm xmlns:a="http://schemas.openxmlformats.org/drawingml/2006/main">
            <a:off x="704850" y="1628775"/>
            <a:ext cx="781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64756D"/>
                </a:solidFill>
                <a:latin typeface="Arial"/>
                <a:ea typeface="Arial"/>
                <a:cs typeface="Arial"/>
              </a:defRPr>
            </a:pPr>
            <a:r>
              <a:rPr sz="3150" b="0">
                <a:solidFill>
                  <a:srgbClr val="64756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5A3709C-6A2A-40F5-974D-B745CFD98BE8}"/>
              </a:ext>
            </a:extLst>
          </p:cNvPr>
          <p:cNvSpPr>
            <a:spLocks xmlns:a="http://schemas.openxmlformats.org/drawingml/2006/main" noGrp="1"/>
          </p:cNvSpPr>
          <p:nvPr/>
        </p:nvSpPr>
        <p:spPr>
          <a:xfrm xmlns:a="http://schemas.openxmlformats.org/drawingml/2006/main">
            <a:off x="1685925" y="1638300"/>
            <a:ext cx="947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pple SD Gothic Neo"/>
                <a:ea typeface="Apple SD Gothic Neo"/>
                <a:cs typeface="Apple SD Gothic Neo"/>
              </a:defRPr>
            </a:pPr>
            <a:r>
              <a:rPr sz="2550" b="1">
                <a:solidFill>
                  <a:srgbClr val="1B5147"/>
                </a:solidFill>
                <a:latin typeface="Apple SD Gothic Neo"/>
                <a:ea typeface="Apple SD Gothic Neo"/>
                <a:cs typeface="Apple SD Gothic Neo"/>
              </a:rPr>
              <a:t>러시아어 요청</a:t>
            </a:r>
          </a:p>
        </p:txBody>
      </p:sp>
      <p:sp>
        <p:nvSpPr>
          <p:cNvPr id="6" name="">
            <a:extLst xmlns:a="http://schemas.openxmlformats.org/drawingml/2006/main">
              <a:ext uri="{FF2B5EF4-FFF2-40B4-BE49-F238E27FC236}">
                <a16:creationId xmlns:a16="http://schemas.microsoft.com/office/drawing/2014/main" id="{FE9613CE-A7ED-474E-95E4-901833EB29D2}"/>
              </a:ext>
            </a:extLst>
          </p:cNvPr>
          <p:cNvSpPr>
            <a:spLocks xmlns:a="http://schemas.openxmlformats.org/drawingml/2006/main" noGrp="1"/>
          </p:cNvSpPr>
          <p:nvPr/>
        </p:nvSpPr>
        <p:spPr>
          <a:xfrm xmlns:a="http://schemas.openxmlformats.org/drawingml/2006/main">
            <a:off x="1695450" y="20955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pple SD Gothic Neo"/>
                <a:ea typeface="Apple SD Gothic Neo"/>
                <a:cs typeface="Apple SD Gothic Neo"/>
              </a:defRPr>
            </a:pPr>
            <a:r>
              <a:rPr sz="1875" b="0">
                <a:solidFill>
                  <a:srgbClr val="64756D"/>
                </a:solidFill>
                <a:latin typeface="Apple SD Gothic Neo"/>
                <a:ea typeface="Apple SD Gothic Neo"/>
                <a:cs typeface="Apple SD Gothic Neo"/>
              </a:rPr>
              <a:t>누락된 나이·증상·보험 정보만 확인</a:t>
            </a:r>
          </a:p>
        </p:txBody>
      </p:sp>
      <p:sp>
        <p:nvSpPr>
          <p:cNvPr id="7" name="">
            <a:extLst xmlns:a="http://schemas.openxmlformats.org/drawingml/2006/main">
              <a:ext uri="{FF2B5EF4-FFF2-40B4-BE49-F238E27FC236}">
                <a16:creationId xmlns:a16="http://schemas.microsoft.com/office/drawing/2014/main" id="{87B015F8-D2BF-4C5C-A9C8-87CE01D4052D}"/>
              </a:ext>
            </a:extLst>
          </p:cNvPr>
          <p:cNvSpPr>
            <a:spLocks xmlns:a="http://schemas.openxmlformats.org/drawingml/2006/main" noGrp="1"/>
          </p:cNvSpPr>
          <p:nvPr/>
        </p:nvSpPr>
        <p:spPr>
          <a:xfrm xmlns:a="http://schemas.openxmlformats.org/drawingml/2006/main">
            <a:off x="704850" y="2581275"/>
            <a:ext cx="781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64756D"/>
                </a:solidFill>
                <a:latin typeface="Arial"/>
                <a:ea typeface="Arial"/>
                <a:cs typeface="Arial"/>
              </a:defRPr>
            </a:pPr>
            <a:r>
              <a:rPr sz="3150" b="0">
                <a:solidFill>
                  <a:srgbClr val="64756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21037DC-9507-454B-82A0-15E83492C71F}"/>
              </a:ext>
            </a:extLst>
          </p:cNvPr>
          <p:cNvSpPr>
            <a:spLocks xmlns:a="http://schemas.openxmlformats.org/drawingml/2006/main" noGrp="1"/>
          </p:cNvSpPr>
          <p:nvPr/>
        </p:nvSpPr>
        <p:spPr>
          <a:xfrm xmlns:a="http://schemas.openxmlformats.org/drawingml/2006/main">
            <a:off x="1685925" y="2590800"/>
            <a:ext cx="947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pple SD Gothic Neo"/>
                <a:ea typeface="Apple SD Gothic Neo"/>
                <a:cs typeface="Apple SD Gothic Neo"/>
              </a:defRPr>
            </a:pPr>
            <a:r>
              <a:rPr sz="2550" b="1">
                <a:solidFill>
                  <a:srgbClr val="1B5147"/>
                </a:solidFill>
                <a:latin typeface="Apple SD Gothic Neo"/>
                <a:ea typeface="Apple SD Gothic Neo"/>
                <a:cs typeface="Apple SD Gothic Neo"/>
              </a:rPr>
              <a:t>한국어 통화 계획</a:t>
            </a:r>
          </a:p>
        </p:txBody>
      </p:sp>
      <p:sp>
        <p:nvSpPr>
          <p:cNvPr id="9" name="">
            <a:extLst xmlns:a="http://schemas.openxmlformats.org/drawingml/2006/main">
              <a:ext uri="{FF2B5EF4-FFF2-40B4-BE49-F238E27FC236}">
                <a16:creationId xmlns:a16="http://schemas.microsoft.com/office/drawing/2014/main" id="{7ED89046-2FC0-47D8-BEBB-B9D74AD4A2E7}"/>
              </a:ext>
            </a:extLst>
          </p:cNvPr>
          <p:cNvSpPr>
            <a:spLocks xmlns:a="http://schemas.openxmlformats.org/drawingml/2006/main" noGrp="1"/>
          </p:cNvSpPr>
          <p:nvPr/>
        </p:nvSpPr>
        <p:spPr>
          <a:xfrm xmlns:a="http://schemas.openxmlformats.org/drawingml/2006/main">
            <a:off x="1695450" y="30480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pple SD Gothic Neo"/>
                <a:ea typeface="Apple SD Gothic Neo"/>
                <a:cs typeface="Apple SD Gothic Neo"/>
              </a:defRPr>
            </a:pPr>
            <a:r>
              <a:rPr sz="1875" b="0">
                <a:solidFill>
                  <a:srgbClr val="64756D"/>
                </a:solidFill>
                <a:latin typeface="Apple SD Gothic Neo"/>
                <a:ea typeface="Apple SD Gothic Neo"/>
                <a:cs typeface="Apple SD Gothic Neo"/>
              </a:rPr>
              <a:t>사용자가 “Start simulation”으로 시작</a:t>
            </a:r>
          </a:p>
        </p:txBody>
      </p:sp>
      <p:sp>
        <p:nvSpPr>
          <p:cNvPr id="10" name="">
            <a:extLst xmlns:a="http://schemas.openxmlformats.org/drawingml/2006/main">
              <a:ext uri="{FF2B5EF4-FFF2-40B4-BE49-F238E27FC236}">
                <a16:creationId xmlns:a16="http://schemas.microsoft.com/office/drawing/2014/main" id="{050FE062-C5C2-43C3-957B-AEAB4EE9BD05}"/>
              </a:ext>
            </a:extLst>
          </p:cNvPr>
          <p:cNvSpPr>
            <a:spLocks xmlns:a="http://schemas.openxmlformats.org/drawingml/2006/main" noGrp="1"/>
          </p:cNvSpPr>
          <p:nvPr/>
        </p:nvSpPr>
        <p:spPr>
          <a:xfrm xmlns:a="http://schemas.openxmlformats.org/drawingml/2006/main">
            <a:off x="704850" y="3533775"/>
            <a:ext cx="781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64756D"/>
                </a:solidFill>
                <a:latin typeface="Arial"/>
                <a:ea typeface="Arial"/>
                <a:cs typeface="Arial"/>
              </a:defRPr>
            </a:pPr>
            <a:r>
              <a:rPr sz="3150" b="0">
                <a:solidFill>
                  <a:srgbClr val="64756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9C99347-8824-42D9-B284-286FE8D0FA09}"/>
              </a:ext>
            </a:extLst>
          </p:cNvPr>
          <p:cNvSpPr>
            <a:spLocks xmlns:a="http://schemas.openxmlformats.org/drawingml/2006/main" noGrp="1"/>
          </p:cNvSpPr>
          <p:nvPr/>
        </p:nvSpPr>
        <p:spPr>
          <a:xfrm xmlns:a="http://schemas.openxmlformats.org/drawingml/2006/main">
            <a:off x="1685925" y="3543300"/>
            <a:ext cx="947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pple SD Gothic Neo"/>
                <a:ea typeface="Apple SD Gothic Neo"/>
                <a:cs typeface="Apple SD Gothic Neo"/>
              </a:defRPr>
            </a:pPr>
            <a:r>
              <a:rPr sz="2550" b="1">
                <a:solidFill>
                  <a:srgbClr val="1B5147"/>
                </a:solidFill>
                <a:latin typeface="Apple SD Gothic Neo"/>
                <a:ea typeface="Apple SD Gothic Neo"/>
                <a:cs typeface="Apple SD Gothic Neo"/>
              </a:rPr>
              <a:t>한국어 음성 대화</a:t>
            </a:r>
          </a:p>
        </p:txBody>
      </p:sp>
      <p:sp>
        <p:nvSpPr>
          <p:cNvPr id="12" name="">
            <a:extLst xmlns:a="http://schemas.openxmlformats.org/drawingml/2006/main">
              <a:ext uri="{FF2B5EF4-FFF2-40B4-BE49-F238E27FC236}">
                <a16:creationId xmlns:a16="http://schemas.microsoft.com/office/drawing/2014/main" id="{937EDCD2-DBEB-47DB-9DD2-6D664278BFFD}"/>
              </a:ext>
            </a:extLst>
          </p:cNvPr>
          <p:cNvSpPr>
            <a:spLocks xmlns:a="http://schemas.openxmlformats.org/drawingml/2006/main" noGrp="1"/>
          </p:cNvSpPr>
          <p:nvPr/>
        </p:nvSpPr>
        <p:spPr>
          <a:xfrm xmlns:a="http://schemas.openxmlformats.org/drawingml/2006/main">
            <a:off x="1695450" y="40005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pple SD Gothic Neo"/>
                <a:ea typeface="Apple SD Gothic Neo"/>
                <a:cs typeface="Apple SD Gothic Neo"/>
              </a:defRPr>
            </a:pPr>
            <a:r>
              <a:rPr sz="1875" b="0">
                <a:solidFill>
                  <a:srgbClr val="64756D"/>
                </a:solidFill>
                <a:latin typeface="Apple SD Gothic Neo"/>
                <a:ea typeface="Apple SD Gothic Neo"/>
                <a:cs typeface="Apple SD Gothic Neo"/>
              </a:rPr>
              <a:t>팀원이 마이크로 답변, 모르는 질문은 러시아어로 전달</a:t>
            </a:r>
          </a:p>
        </p:txBody>
      </p:sp>
      <p:sp>
        <p:nvSpPr>
          <p:cNvPr id="13" name="">
            <a:extLst xmlns:a="http://schemas.openxmlformats.org/drawingml/2006/main">
              <a:ext uri="{FF2B5EF4-FFF2-40B4-BE49-F238E27FC236}">
                <a16:creationId xmlns:a16="http://schemas.microsoft.com/office/drawing/2014/main" id="{B6D5BAE8-0729-461E-A37C-25F17AD3A4D1}"/>
              </a:ext>
            </a:extLst>
          </p:cNvPr>
          <p:cNvSpPr>
            <a:spLocks xmlns:a="http://schemas.openxmlformats.org/drawingml/2006/main" noGrp="1"/>
          </p:cNvSpPr>
          <p:nvPr/>
        </p:nvSpPr>
        <p:spPr>
          <a:xfrm xmlns:a="http://schemas.openxmlformats.org/drawingml/2006/main">
            <a:off x="704850" y="4486275"/>
            <a:ext cx="781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64756D"/>
                </a:solidFill>
                <a:latin typeface="Arial"/>
                <a:ea typeface="Arial"/>
                <a:cs typeface="Arial"/>
              </a:defRPr>
            </a:pPr>
            <a:r>
              <a:rPr sz="3150" b="0">
                <a:solidFill>
                  <a:srgbClr val="64756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F94D4E56-92BC-46C7-AF92-84D99FB0BDF7}"/>
              </a:ext>
            </a:extLst>
          </p:cNvPr>
          <p:cNvSpPr>
            <a:spLocks xmlns:a="http://schemas.openxmlformats.org/drawingml/2006/main" noGrp="1"/>
          </p:cNvSpPr>
          <p:nvPr/>
        </p:nvSpPr>
        <p:spPr>
          <a:xfrm xmlns:a="http://schemas.openxmlformats.org/drawingml/2006/main">
            <a:off x="1685925" y="4495800"/>
            <a:ext cx="947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pple SD Gothic Neo"/>
                <a:ea typeface="Apple SD Gothic Neo"/>
                <a:cs typeface="Apple SD Gothic Neo"/>
              </a:defRPr>
            </a:pPr>
            <a:r>
              <a:rPr sz="2550" b="1">
                <a:solidFill>
                  <a:srgbClr val="1B5147"/>
                </a:solidFill>
                <a:latin typeface="Apple SD Gothic Neo"/>
                <a:ea typeface="Apple SD Gothic Neo"/>
                <a:cs typeface="Apple SD Gothic Neo"/>
              </a:rPr>
              <a:t>러시아어 요약과 한국어 서류</a:t>
            </a:r>
          </a:p>
        </p:txBody>
      </p:sp>
      <p:sp>
        <p:nvSpPr>
          <p:cNvPr id="15" name="">
            <a:extLst xmlns:a="http://schemas.openxmlformats.org/drawingml/2006/main">
              <a:ext uri="{FF2B5EF4-FFF2-40B4-BE49-F238E27FC236}">
                <a16:creationId xmlns:a16="http://schemas.microsoft.com/office/drawing/2014/main" id="{DF72662C-8046-4D3F-A12B-B547CB9C939D}"/>
              </a:ext>
            </a:extLst>
          </p:cNvPr>
          <p:cNvSpPr>
            <a:spLocks xmlns:a="http://schemas.openxmlformats.org/drawingml/2006/main" noGrp="1"/>
          </p:cNvSpPr>
          <p:nvPr/>
        </p:nvSpPr>
        <p:spPr>
          <a:xfrm xmlns:a="http://schemas.openxmlformats.org/drawingml/2006/main">
            <a:off x="1695450" y="49530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pple SD Gothic Neo"/>
                <a:ea typeface="Apple SD Gothic Neo"/>
                <a:cs typeface="Apple SD Gothic Neo"/>
              </a:defRPr>
            </a:pPr>
            <a:r>
              <a:rPr sz="1875" b="0">
                <a:solidFill>
                  <a:srgbClr val="64756D"/>
                </a:solidFill>
                <a:latin typeface="Apple SD Gothic Neo"/>
                <a:ea typeface="Apple SD Gothic Neo"/>
                <a:cs typeface="Apple SD Gothic Neo"/>
              </a:rPr>
              <a:t>대화에서 확인한 내용과 가상 입력 정보로 작성</a:t>
            </a:r>
          </a:p>
        </p:txBody>
      </p:sp>
      <p:sp>
        <p:nvSpPr>
          <p:cNvPr id="16" name="">
            <a:extLst xmlns:a="http://schemas.openxmlformats.org/drawingml/2006/main">
              <a:ext uri="{FF2B5EF4-FFF2-40B4-BE49-F238E27FC236}">
                <a16:creationId xmlns:a16="http://schemas.microsoft.com/office/drawing/2014/main" id="{CE6C0D15-CBEA-4046-BE57-5A31835972A4}"/>
              </a:ext>
            </a:extLst>
          </p:cNvPr>
          <p:cNvSpPr>
            <a:spLocks xmlns:a="http://schemas.openxmlformats.org/drawingml/2006/main" noGrp="1"/>
          </p:cNvSpPr>
          <p:nvPr/>
        </p:nvSpPr>
        <p:spPr>
          <a:xfrm xmlns:a="http://schemas.openxmlformats.org/drawingml/2006/main">
            <a:off x="695325" y="563880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B5147"/>
                </a:solidFill>
                <a:latin typeface="Apple SD Gothic Neo"/>
                <a:ea typeface="Apple SD Gothic Neo"/>
                <a:cs typeface="Apple SD Gothic Neo"/>
              </a:defRPr>
            </a:pPr>
            <a:r>
              <a:rPr sz="2100" b="1">
                <a:solidFill>
                  <a:srgbClr val="1B5147"/>
                </a:solidFill>
                <a:latin typeface="Apple SD Gothic Neo"/>
                <a:ea typeface="Apple SD Gothic Neo"/>
                <a:cs typeface="Apple SD Gothic Neo"/>
              </a:rPr>
              <a:t>사용자는 듣거나 말하지 않고 텍스트만으로 참여합니다.</a:t>
            </a:r>
          </a:p>
        </p:txBody>
      </p:sp>
    </p:spTree>
    <p:extLst>
      <p:ext uri="{BB962C8B-B14F-4D97-AF65-F5344CB8AC3E}">
        <p14:creationId xmlns:p14="http://schemas.microsoft.com/office/powerpoint/2010/main" val="1847602494"/>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DE3BCCF-4D78-426B-BDD6-A0C05A32353A}"/>
              </a:ext>
            </a:extLst>
          </p:cNvPr>
          <p:cNvSpPr>
            <a:spLocks xmlns:a="http://schemas.openxmlformats.org/drawingml/2006/main" noGrp="1"/>
          </p:cNvSpPr>
          <p:nvPr/>
        </p:nvSpPr>
        <p:spPr>
          <a:xfrm xmlns:a="http://schemas.openxmlformats.org/drawingml/2006/main">
            <a:off x="685800" y="5524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pple SD Gothic Neo"/>
                <a:ea typeface="Apple SD Gothic Neo"/>
                <a:cs typeface="Apple SD Gothic Neo"/>
              </a:defRPr>
            </a:pPr>
            <a:r>
              <a:rPr sz="3900" b="1">
                <a:solidFill>
                  <a:srgbClr val="1B5147"/>
                </a:solidFill>
                <a:latin typeface="Apple SD Gothic Neo"/>
                <a:ea typeface="Apple SD Gothic Neo"/>
                <a:cs typeface="Apple SD Gothic Neo"/>
              </a:rPr>
              <a:t>가상 진료 문의와 즉석 질문</a:t>
            </a:r>
          </a:p>
        </p:txBody>
      </p:sp>
      <p:sp>
        <p:nvSpPr>
          <p:cNvPr id="2" name="">
            <a:extLst xmlns:a="http://schemas.openxmlformats.org/drawingml/2006/main">
              <a:ext uri="{FF2B5EF4-FFF2-40B4-BE49-F238E27FC236}">
                <a16:creationId xmlns:a16="http://schemas.microsoft.com/office/drawing/2014/main" id="{7A9343A0-9327-41F9-B81F-311716B2B2D8}"/>
              </a:ext>
            </a:extLst>
          </p:cNvPr>
          <p:cNvSpPr>
            <a:spLocks xmlns:a="http://schemas.openxmlformats.org/drawingml/2006/main" noGrp="1"/>
          </p:cNvSpPr>
          <p:nvPr/>
        </p:nvSpPr>
        <p:spPr>
          <a:xfrm xmlns:a="http://schemas.openxmlformats.org/drawingml/2006/main">
            <a:off x="685800" y="63341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4756D"/>
                </a:solidFill>
                <a:latin typeface="Arial"/>
                <a:ea typeface="Arial"/>
                <a:cs typeface="Arial"/>
              </a:defRPr>
            </a:pPr>
            <a:r>
              <a:rPr sz="1500" b="0">
                <a:solidFill>
                  <a:srgbClr val="64756D"/>
                </a:solidFill>
                <a:latin typeface="Arial"/>
                <a:ea typeface="Arial"/>
                <a:cs typeface="Arial"/>
              </a:rPr>
              <a:t>YOKOBU · Simulated call · 실제 전화 없음</a:t>
            </a:r>
          </a:p>
        </p:txBody>
      </p:sp>
      <p:sp>
        <p:nvSpPr>
          <p:cNvPr id="3" name="">
            <a:extLst xmlns:a="http://schemas.openxmlformats.org/drawingml/2006/main">
              <a:ext uri="{FF2B5EF4-FFF2-40B4-BE49-F238E27FC236}">
                <a16:creationId xmlns:a16="http://schemas.microsoft.com/office/drawing/2014/main" id="{EC58CC38-570F-4647-AB7E-BCC36BC6C2F9}"/>
              </a:ext>
            </a:extLst>
          </p:cNvPr>
          <p:cNvSpPr>
            <a:spLocks xmlns:a="http://schemas.openxmlformats.org/drawingml/2006/main" noGrp="1"/>
          </p:cNvSpPr>
          <p:nvPr/>
        </p:nvSpPr>
        <p:spPr>
          <a:xfrm xmlns:a="http://schemas.openxmlformats.org/drawingml/2006/main">
            <a:off x="10763250" y="6334125"/>
            <a:ext cx="80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4756D"/>
                </a:solidFill>
                <a:latin typeface="Arial"/>
                <a:ea typeface="Arial"/>
                <a:cs typeface="Arial"/>
              </a:defRPr>
            </a:pPr>
            <a:r>
              <a:rPr sz="1500" b="0">
                <a:solidFill>
                  <a:srgbClr val="64756D"/>
                </a:solidFill>
                <a:latin typeface="Arial"/>
                <a:ea typeface="Arial"/>
                <a:cs typeface="Arial"/>
              </a:rPr>
              <a:t>3 / 5</a:t>
            </a:r>
          </a:p>
        </p:txBody>
      </p:sp>
      <p:sp>
        <p:nvSpPr>
          <p:cNvPr id="4" name="">
            <a:extLst xmlns:a="http://schemas.openxmlformats.org/drawingml/2006/main">
              <a:ext uri="{FF2B5EF4-FFF2-40B4-BE49-F238E27FC236}">
                <a16:creationId xmlns:a16="http://schemas.microsoft.com/office/drawing/2014/main" id="{D8F1C8DD-4E78-4B45-88A2-92F34995455B}"/>
              </a:ext>
            </a:extLst>
          </p:cNvPr>
          <p:cNvSpPr>
            <a:spLocks xmlns:a="http://schemas.openxmlformats.org/drawingml/2006/main" noGrp="1"/>
          </p:cNvSpPr>
          <p:nvPr/>
        </p:nvSpPr>
        <p:spPr>
          <a:xfrm xmlns:a="http://schemas.openxmlformats.org/drawingml/2006/main">
            <a:off x="704850" y="13239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86224"/>
                </a:solidFill>
                <a:latin typeface="Apple SD Gothic Neo"/>
                <a:ea typeface="Apple SD Gothic Neo"/>
                <a:cs typeface="Apple SD Gothic Neo"/>
              </a:defRPr>
            </a:pPr>
            <a:r>
              <a:rPr sz="1875" b="1">
                <a:solidFill>
                  <a:srgbClr val="986224"/>
                </a:solidFill>
                <a:latin typeface="Apple SD Gothic Neo"/>
                <a:ea typeface="Apple SD Gothic Neo"/>
                <a:cs typeface="Apple SD Gothic Neo"/>
              </a:rPr>
              <a:t>데모용 가상 정보 — 실제 환자 정보 아님</a:t>
            </a:r>
          </a:p>
        </p:txBody>
      </p:sp>
      <p:sp>
        <p:nvSpPr>
          <p:cNvPr id="5" name="">
            <a:extLst xmlns:a="http://schemas.openxmlformats.org/drawingml/2006/main">
              <a:ext uri="{FF2B5EF4-FFF2-40B4-BE49-F238E27FC236}">
                <a16:creationId xmlns:a16="http://schemas.microsoft.com/office/drawing/2014/main" id="{1258F345-B6F2-43E7-B43A-B77CDB2C7463}"/>
              </a:ext>
            </a:extLst>
          </p:cNvPr>
          <p:cNvSpPr>
            <a:spLocks xmlns:a="http://schemas.openxmlformats.org/drawingml/2006/main" noGrp="1"/>
          </p:cNvSpPr>
          <p:nvPr/>
        </p:nvSpPr>
        <p:spPr>
          <a:xfrm xmlns:a="http://schemas.openxmlformats.org/drawingml/2006/main">
            <a:off x="704850" y="2028825"/>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B5147"/>
                </a:solidFill>
                <a:latin typeface="Apple SD Gothic Neo"/>
                <a:ea typeface="Apple SD Gothic Neo"/>
                <a:cs typeface="Apple SD Gothic Neo"/>
              </a:defRPr>
            </a:pPr>
            <a:r>
              <a:rPr sz="2175" b="1">
                <a:solidFill>
                  <a:srgbClr val="1B5147"/>
                </a:solidFill>
                <a:latin typeface="Apple SD Gothic Neo"/>
                <a:ea typeface="Apple SD Gothic Neo"/>
                <a:cs typeface="Apple SD Gothic Neo"/>
              </a:rPr>
              <a:t>가상 입력</a:t>
            </a:r>
          </a:p>
        </p:txBody>
      </p:sp>
      <p:sp>
        <p:nvSpPr>
          <p:cNvPr id="6" name="">
            <a:extLst xmlns:a="http://schemas.openxmlformats.org/drawingml/2006/main">
              <a:ext uri="{FF2B5EF4-FFF2-40B4-BE49-F238E27FC236}">
                <a16:creationId xmlns:a16="http://schemas.microsoft.com/office/drawing/2014/main" id="{F979A4F6-8849-475D-9D54-59C6C1D44A0C}"/>
              </a:ext>
            </a:extLst>
          </p:cNvPr>
          <p:cNvSpPr>
            <a:spLocks xmlns:a="http://schemas.openxmlformats.org/drawingml/2006/main" noGrp="1"/>
          </p:cNvSpPr>
          <p:nvPr/>
        </p:nvSpPr>
        <p:spPr>
          <a:xfrm xmlns:a="http://schemas.openxmlformats.org/drawingml/2006/main">
            <a:off x="704850" y="2447925"/>
            <a:ext cx="5619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B5147"/>
                </a:solidFill>
                <a:latin typeface="Apple SD Gothic Neo"/>
                <a:ea typeface="Apple SD Gothic Neo"/>
                <a:cs typeface="Apple SD Gothic Neo"/>
              </a:defRPr>
            </a:pPr>
            <a:r>
              <a:rPr sz="2250" b="0">
                <a:solidFill>
                  <a:srgbClr val="1B5147"/>
                </a:solidFill>
                <a:latin typeface="Apple SD Gothic Neo"/>
                <a:ea typeface="Apple SD Gothic Neo"/>
                <a:cs typeface="Apple SD Gothic Neo"/>
              </a:rPr>
              <a:t>7세, 기침 2일</a:t>
            </a:r>
          </a:p>
          <a:p xmlns:a="http://schemas.openxmlformats.org/drawingml/2006/main">
            <a:pPr>
              <a:defRPr sz="2250" b="0">
                <a:solidFill>
                  <a:srgbClr val="1B5147"/>
                </a:solidFill>
                <a:latin typeface="Apple SD Gothic Neo"/>
                <a:ea typeface="Apple SD Gothic Neo"/>
                <a:cs typeface="Apple SD Gothic Neo"/>
              </a:defRPr>
            </a:pPr>
            <a:r>
              <a:rPr sz="2250" b="0">
                <a:solidFill>
                  <a:srgbClr val="1B5147"/>
                </a:solidFill>
                <a:latin typeface="Apple SD Gothic Neo"/>
                <a:ea typeface="Apple SD Gothic Neo"/>
                <a:cs typeface="Apple SD Gothic Neo"/>
              </a:rPr>
              <a:t>국민건강보험 없음</a:t>
            </a:r>
          </a:p>
        </p:txBody>
      </p:sp>
      <p:sp>
        <p:nvSpPr>
          <p:cNvPr id="7" name="">
            <a:extLst xmlns:a="http://schemas.openxmlformats.org/drawingml/2006/main">
              <a:ext uri="{FF2B5EF4-FFF2-40B4-BE49-F238E27FC236}">
                <a16:creationId xmlns:a16="http://schemas.microsoft.com/office/drawing/2014/main" id="{C7832DA4-5960-4BB2-A7BC-40A47F9B2ED5}"/>
              </a:ext>
            </a:extLst>
          </p:cNvPr>
          <p:cNvSpPr>
            <a:spLocks xmlns:a="http://schemas.openxmlformats.org/drawingml/2006/main" noGrp="1"/>
          </p:cNvSpPr>
          <p:nvPr/>
        </p:nvSpPr>
        <p:spPr>
          <a:xfrm xmlns:a="http://schemas.openxmlformats.org/drawingml/2006/main">
            <a:off x="704850" y="351472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B5147"/>
                </a:solidFill>
                <a:latin typeface="Apple SD Gothic Neo"/>
                <a:ea typeface="Apple SD Gothic Neo"/>
                <a:cs typeface="Apple SD Gothic Neo"/>
              </a:defRPr>
            </a:pPr>
            <a:r>
              <a:rPr sz="2100" b="1">
                <a:solidFill>
                  <a:srgbClr val="1B5147"/>
                </a:solidFill>
                <a:latin typeface="Apple SD Gothic Neo"/>
                <a:ea typeface="Apple SD Gothic Neo"/>
                <a:cs typeface="Apple SD Gothic Neo"/>
              </a:rPr>
              <a:t>시뮬레이션의 기대 답변</a:t>
            </a:r>
          </a:p>
        </p:txBody>
      </p:sp>
      <p:sp>
        <p:nvSpPr>
          <p:cNvPr id="8" name="">
            <a:extLst xmlns:a="http://schemas.openxmlformats.org/drawingml/2006/main">
              <a:ext uri="{FF2B5EF4-FFF2-40B4-BE49-F238E27FC236}">
                <a16:creationId xmlns:a16="http://schemas.microsoft.com/office/drawing/2014/main" id="{1FB827FA-5BF1-4CBD-8783-86BADA782056}"/>
              </a:ext>
            </a:extLst>
          </p:cNvPr>
          <p:cNvSpPr>
            <a:spLocks xmlns:a="http://schemas.openxmlformats.org/drawingml/2006/main" noGrp="1"/>
          </p:cNvSpPr>
          <p:nvPr/>
        </p:nvSpPr>
        <p:spPr>
          <a:xfrm xmlns:a="http://schemas.openxmlformats.org/drawingml/2006/main">
            <a:off x="704850" y="3971925"/>
            <a:ext cx="56769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pple SD Gothic Neo"/>
                <a:ea typeface="Apple SD Gothic Neo"/>
                <a:cs typeface="Apple SD Gothic Neo"/>
              </a:defRPr>
            </a:pPr>
            <a:r>
              <a:rPr sz="2100" b="0">
                <a:solidFill>
                  <a:srgbClr val="1B5147"/>
                </a:solidFill>
                <a:latin typeface="Apple SD Gothic Neo"/>
                <a:ea typeface="Apple SD Gothic Neo"/>
                <a:cs typeface="Apple SD Gothic Neo"/>
              </a:rPr>
              <a:t>영업 중, 여성 의사 오늘 불가</a:t>
            </a:r>
          </a:p>
          <a:p xmlns:a="http://schemas.openxmlformats.org/drawingml/2006/main">
            <a:pPr>
              <a:defRPr sz="2100" b="0">
                <a:solidFill>
                  <a:srgbClr val="1B5147"/>
                </a:solidFill>
                <a:latin typeface="Apple SD Gothic Neo"/>
                <a:ea typeface="Apple SD Gothic Neo"/>
                <a:cs typeface="Apple SD Gothic Neo"/>
              </a:defRPr>
            </a:pPr>
            <a:r>
              <a:rPr sz="2100" b="0">
                <a:solidFill>
                  <a:srgbClr val="1B5147"/>
                </a:solidFill>
                <a:latin typeface="Apple SD Gothic Neo"/>
                <a:ea typeface="Apple SD Gothic Neo"/>
                <a:cs typeface="Apple SD Gothic Neo"/>
              </a:rPr>
              <a:t>다른 의사 가능, 무보험 접수 가능</a:t>
            </a:r>
          </a:p>
          <a:p xmlns:a="http://schemas.openxmlformats.org/drawingml/2006/main">
            <a:pPr>
              <a:defRPr sz="2100" b="0">
                <a:solidFill>
                  <a:srgbClr val="1B5147"/>
                </a:solidFill>
                <a:latin typeface="Apple SD Gothic Neo"/>
                <a:ea typeface="Apple SD Gothic Neo"/>
                <a:cs typeface="Apple SD Gothic Neo"/>
              </a:defRPr>
            </a:pPr>
            <a:r>
              <a:rPr sz="2100" b="0">
                <a:solidFill>
                  <a:srgbClr val="1B5147"/>
                </a:solidFill>
                <a:latin typeface="Apple SD Gothic Neo"/>
                <a:ea typeface="Apple SD Gothic Neo"/>
                <a:cs typeface="Apple SD Gothic Neo"/>
              </a:rPr>
              <a:t>진료비 약 20,000원, 대기 15분</a:t>
            </a:r>
          </a:p>
        </p:txBody>
      </p:sp>
      <p:sp>
        <p:nvSpPr>
          <p:cNvPr id="9" name="">
            <a:extLst xmlns:a="http://schemas.openxmlformats.org/drawingml/2006/main">
              <a:ext uri="{FF2B5EF4-FFF2-40B4-BE49-F238E27FC236}">
                <a16:creationId xmlns:a16="http://schemas.microsoft.com/office/drawing/2014/main" id="{3A143F05-A88A-4058-86FE-4CC24B5C2F6E}"/>
              </a:ext>
            </a:extLst>
          </p:cNvPr>
          <p:cNvSpPr>
            <a:spLocks xmlns:a="http://schemas.openxmlformats.org/drawingml/2006/main" noGrp="1"/>
          </p:cNvSpPr>
          <p:nvPr/>
        </p:nvSpPr>
        <p:spPr>
          <a:xfrm xmlns:a="http://schemas.openxmlformats.org/drawingml/2006/main">
            <a:off x="6962775" y="2028825"/>
            <a:ext cx="45815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B5147"/>
                </a:solidFill>
                <a:latin typeface="Apple SD Gothic Neo"/>
                <a:ea typeface="Apple SD Gothic Neo"/>
                <a:cs typeface="Apple SD Gothic Neo"/>
              </a:defRPr>
            </a:pPr>
            <a:r>
              <a:rPr sz="2100" b="1">
                <a:solidFill>
                  <a:srgbClr val="1B5147"/>
                </a:solidFill>
                <a:latin typeface="Apple SD Gothic Neo"/>
                <a:ea typeface="Apple SD Gothic Neo"/>
                <a:cs typeface="Apple SD Gothic Neo"/>
              </a:rPr>
              <a:t>처음 방문 여부는 사용자에게 확인</a:t>
            </a:r>
          </a:p>
        </p:txBody>
      </p:sp>
      <p:sp>
        <p:nvSpPr>
          <p:cNvPr id="10" name="">
            <a:extLst xmlns:a="http://schemas.openxmlformats.org/drawingml/2006/main">
              <a:ext uri="{FF2B5EF4-FFF2-40B4-BE49-F238E27FC236}">
                <a16:creationId xmlns:a16="http://schemas.microsoft.com/office/drawing/2014/main" id="{3FE932DF-AE21-4FEC-A00E-A98DF19164FA}"/>
              </a:ext>
            </a:extLst>
          </p:cNvPr>
          <p:cNvSpPr>
            <a:spLocks xmlns:a="http://schemas.openxmlformats.org/drawingml/2006/main" noGrp="1"/>
          </p:cNvSpPr>
          <p:nvPr/>
        </p:nvSpPr>
        <p:spPr>
          <a:xfrm xmlns:a="http://schemas.openxmlformats.org/drawingml/2006/main">
            <a:off x="6962775" y="2581275"/>
            <a:ext cx="45815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B5147"/>
                </a:solidFill>
                <a:latin typeface="Apple SD Gothic Neo"/>
                <a:ea typeface="Apple SD Gothic Neo"/>
                <a:cs typeface="Apple SD Gothic Neo"/>
              </a:defRPr>
            </a:pPr>
            <a:r>
              <a:rPr sz="2325" b="0">
                <a:solidFill>
                  <a:srgbClr val="1B5147"/>
                </a:solidFill>
                <a:latin typeface="Apple SD Gothic Neo"/>
                <a:ea typeface="Apple SD Gothic Neo"/>
                <a:cs typeface="Apple SD Gothic Neo"/>
              </a:rPr>
              <a:t>처음 방문하시나요?</a:t>
            </a:r>
          </a:p>
        </p:txBody>
      </p:sp>
      <p:sp>
        <p:nvSpPr>
          <p:cNvPr id="11" name="">
            <a:extLst xmlns:a="http://schemas.openxmlformats.org/drawingml/2006/main">
              <a:ext uri="{FF2B5EF4-FFF2-40B4-BE49-F238E27FC236}">
                <a16:creationId xmlns:a16="http://schemas.microsoft.com/office/drawing/2014/main" id="{658B09BE-4B70-4119-A10F-0AF92AAF8EB7}"/>
              </a:ext>
            </a:extLst>
          </p:cNvPr>
          <p:cNvSpPr>
            <a:spLocks xmlns:a="http://schemas.openxmlformats.org/drawingml/2006/main" noGrp="1"/>
          </p:cNvSpPr>
          <p:nvPr/>
        </p:nvSpPr>
        <p:spPr>
          <a:xfrm xmlns:a="http://schemas.openxmlformats.org/drawingml/2006/main">
            <a:off x="6962775" y="3152775"/>
            <a:ext cx="45815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64756D"/>
                </a:solidFill>
                <a:latin typeface="Arial"/>
                <a:ea typeface="Arial"/>
                <a:cs typeface="Arial"/>
              </a:defRPr>
            </a:pPr>
            <a:r>
              <a:rPr sz="2250" b="0">
                <a:solidFill>
                  <a:srgbClr val="64756D"/>
                </a:solidFill>
                <a:latin typeface="Arial"/>
                <a:ea typeface="Arial"/>
                <a:cs typeface="Arial"/>
              </a:rPr>
              <a:t>Вы впервые в этой</a:t>
            </a:r>
          </a:p>
          <a:p xmlns:a="http://schemas.openxmlformats.org/drawingml/2006/main">
            <a:pPr>
              <a:defRPr sz="2250" b="0">
                <a:solidFill>
                  <a:srgbClr val="64756D"/>
                </a:solidFill>
                <a:latin typeface="Arial"/>
                <a:ea typeface="Arial"/>
                <a:cs typeface="Arial"/>
              </a:defRPr>
            </a:pPr>
            <a:r>
              <a:rPr sz="2250" b="0">
                <a:solidFill>
                  <a:srgbClr val="64756D"/>
                </a:solidFill>
                <a:latin typeface="Arial"/>
                <a:ea typeface="Arial"/>
                <a:cs typeface="Arial"/>
              </a:rPr>
              <a:t>клинике?</a:t>
            </a:r>
          </a:p>
        </p:txBody>
      </p:sp>
      <p:sp>
        <p:nvSpPr>
          <p:cNvPr id="12" name="">
            <a:extLst xmlns:a="http://schemas.openxmlformats.org/drawingml/2006/main">
              <a:ext uri="{FF2B5EF4-FFF2-40B4-BE49-F238E27FC236}">
                <a16:creationId xmlns:a16="http://schemas.microsoft.com/office/drawing/2014/main" id="{FA01949B-22D6-45CB-850A-F997BE68D3EE}"/>
              </a:ext>
            </a:extLst>
          </p:cNvPr>
          <p:cNvSpPr>
            <a:spLocks xmlns:a="http://schemas.openxmlformats.org/drawingml/2006/main" noGrp="1"/>
          </p:cNvSpPr>
          <p:nvPr/>
        </p:nvSpPr>
        <p:spPr>
          <a:xfrm xmlns:a="http://schemas.openxmlformats.org/drawingml/2006/main">
            <a:off x="6962775" y="4095750"/>
            <a:ext cx="4581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1B5147"/>
                </a:solidFill>
                <a:latin typeface="Arial"/>
                <a:ea typeface="Arial"/>
                <a:cs typeface="Arial"/>
              </a:defRPr>
            </a:pPr>
            <a:r>
              <a:rPr sz="2625" b="1">
                <a:solidFill>
                  <a:srgbClr val="1B5147"/>
                </a:solidFill>
                <a:latin typeface="Arial"/>
                <a:ea typeface="Arial"/>
                <a:cs typeface="Arial"/>
              </a:rPr>
              <a:t>Да.</a:t>
            </a:r>
          </a:p>
        </p:txBody>
      </p:sp>
      <p:sp>
        <p:nvSpPr>
          <p:cNvPr id="13" name="">
            <a:extLst xmlns:a="http://schemas.openxmlformats.org/drawingml/2006/main">
              <a:ext uri="{FF2B5EF4-FFF2-40B4-BE49-F238E27FC236}">
                <a16:creationId xmlns:a16="http://schemas.microsoft.com/office/drawing/2014/main" id="{8617523C-8693-4F67-926C-43C3B5515B91}"/>
              </a:ext>
            </a:extLst>
          </p:cNvPr>
          <p:cNvSpPr>
            <a:spLocks xmlns:a="http://schemas.openxmlformats.org/drawingml/2006/main" noGrp="1"/>
          </p:cNvSpPr>
          <p:nvPr/>
        </p:nvSpPr>
        <p:spPr>
          <a:xfrm xmlns:a="http://schemas.openxmlformats.org/drawingml/2006/main">
            <a:off x="6962775" y="4667250"/>
            <a:ext cx="4581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pple SD Gothic Neo"/>
                <a:ea typeface="Apple SD Gothic Neo"/>
                <a:cs typeface="Apple SD Gothic Neo"/>
              </a:defRPr>
            </a:pPr>
            <a:r>
              <a:rPr sz="2325" b="1">
                <a:solidFill>
                  <a:srgbClr val="1B5147"/>
                </a:solidFill>
                <a:latin typeface="Apple SD Gothic Neo"/>
                <a:ea typeface="Apple SD Gothic Neo"/>
                <a:cs typeface="Apple SD Gothic Neo"/>
              </a:rPr>
              <a:t>네, 처음 방문입니다.</a:t>
            </a:r>
          </a:p>
        </p:txBody>
      </p:sp>
      <p:sp>
        <p:nvSpPr>
          <p:cNvPr id="14" name="">
            <a:extLst xmlns:a="http://schemas.openxmlformats.org/drawingml/2006/main">
              <a:ext uri="{FF2B5EF4-FFF2-40B4-BE49-F238E27FC236}">
                <a16:creationId xmlns:a16="http://schemas.microsoft.com/office/drawing/2014/main" id="{6836CFF7-2FDC-4DFA-A2A3-8D9A38C5FA7B}"/>
              </a:ext>
            </a:extLst>
          </p:cNvPr>
          <p:cNvSpPr>
            <a:spLocks xmlns:a="http://schemas.openxmlformats.org/drawingml/2006/main" noGrp="1"/>
          </p:cNvSpPr>
          <p:nvPr/>
        </p:nvSpPr>
        <p:spPr>
          <a:xfrm xmlns:a="http://schemas.openxmlformats.org/drawingml/2006/main">
            <a:off x="704850" y="5448300"/>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pple SD Gothic Neo"/>
                <a:ea typeface="Apple SD Gothic Neo"/>
                <a:cs typeface="Apple SD Gothic Neo"/>
              </a:defRPr>
            </a:pPr>
            <a:r>
              <a:rPr sz="1875" b="0">
                <a:solidFill>
                  <a:srgbClr val="64756D"/>
                </a:solidFill>
                <a:latin typeface="Apple SD Gothic Neo"/>
                <a:ea typeface="Apple SD Gothic Neo"/>
                <a:cs typeface="Apple SD Gothic Neo"/>
              </a:rPr>
              <a:t>접수용   나이: 7세 / 건강보험: 국민건강보험 없음</a:t>
            </a:r>
          </a:p>
          <a:p xmlns:a="http://schemas.openxmlformats.org/drawingml/2006/main">
            <a:pPr>
              <a:defRPr sz="1875" b="0">
                <a:solidFill>
                  <a:srgbClr val="64756D"/>
                </a:solidFill>
                <a:latin typeface="Apple SD Gothic Neo"/>
                <a:ea typeface="Apple SD Gothic Neo"/>
                <a:cs typeface="Apple SD Gothic Neo"/>
              </a:defRPr>
            </a:pPr>
            <a:r>
              <a:rPr sz="1875" b="0">
                <a:solidFill>
                  <a:srgbClr val="64756D"/>
                </a:solidFill>
                <a:latin typeface="Apple SD Gothic Neo"/>
                <a:ea typeface="Apple SD Gothic Neo"/>
                <a:cs typeface="Apple SD Gothic Neo"/>
              </a:rPr>
              <a:t>진료용   증상: 기침 / 증상 기간: 2일</a:t>
            </a:r>
          </a:p>
        </p:txBody>
      </p:sp>
    </p:spTree>
    <p:extLst>
      <p:ext uri="{BB962C8B-B14F-4D97-AF65-F5344CB8AC3E}">
        <p14:creationId xmlns:p14="http://schemas.microsoft.com/office/powerpoint/2010/main" val="27153278"/>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D37B51-E149-41CB-8203-AED5EB500395}"/>
              </a:ext>
            </a:extLst>
          </p:cNvPr>
          <p:cNvSpPr>
            <a:spLocks xmlns:a="http://schemas.openxmlformats.org/drawingml/2006/main" noGrp="1"/>
          </p:cNvSpPr>
          <p:nvPr/>
        </p:nvSpPr>
        <p:spPr>
          <a:xfrm xmlns:a="http://schemas.openxmlformats.org/drawingml/2006/main">
            <a:off x="685800" y="5524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pple SD Gothic Neo"/>
                <a:ea typeface="Apple SD Gothic Neo"/>
                <a:cs typeface="Apple SD Gothic Neo"/>
              </a:defRPr>
            </a:pPr>
            <a:r>
              <a:rPr sz="3900" b="1">
                <a:solidFill>
                  <a:srgbClr val="1B5147"/>
                </a:solidFill>
                <a:latin typeface="Apple SD Gothic Neo"/>
                <a:ea typeface="Apple SD Gothic Neo"/>
                <a:cs typeface="Apple SD Gothic Neo"/>
              </a:rPr>
              <a:t>동작 범위와 검증 상태</a:t>
            </a:r>
          </a:p>
        </p:txBody>
      </p:sp>
      <p:sp>
        <p:nvSpPr>
          <p:cNvPr id="2" name="">
            <a:extLst xmlns:a="http://schemas.openxmlformats.org/drawingml/2006/main">
              <a:ext uri="{FF2B5EF4-FFF2-40B4-BE49-F238E27FC236}">
                <a16:creationId xmlns:a16="http://schemas.microsoft.com/office/drawing/2014/main" id="{3D426433-22EF-40F5-9BD3-CDAF24CA8113}"/>
              </a:ext>
            </a:extLst>
          </p:cNvPr>
          <p:cNvSpPr>
            <a:spLocks xmlns:a="http://schemas.openxmlformats.org/drawingml/2006/main" noGrp="1"/>
          </p:cNvSpPr>
          <p:nvPr/>
        </p:nvSpPr>
        <p:spPr>
          <a:xfrm xmlns:a="http://schemas.openxmlformats.org/drawingml/2006/main">
            <a:off x="685800" y="63341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4756D"/>
                </a:solidFill>
                <a:latin typeface="Arial"/>
                <a:ea typeface="Arial"/>
                <a:cs typeface="Arial"/>
              </a:defRPr>
            </a:pPr>
            <a:r>
              <a:rPr sz="1500" b="0">
                <a:solidFill>
                  <a:srgbClr val="64756D"/>
                </a:solidFill>
                <a:latin typeface="Arial"/>
                <a:ea typeface="Arial"/>
                <a:cs typeface="Arial"/>
              </a:rPr>
              <a:t>YOKOBU · Simulated call · 실제 전화 없음</a:t>
            </a:r>
          </a:p>
        </p:txBody>
      </p:sp>
      <p:sp>
        <p:nvSpPr>
          <p:cNvPr id="3" name="">
            <a:extLst xmlns:a="http://schemas.openxmlformats.org/drawingml/2006/main">
              <a:ext uri="{FF2B5EF4-FFF2-40B4-BE49-F238E27FC236}">
                <a16:creationId xmlns:a16="http://schemas.microsoft.com/office/drawing/2014/main" id="{053D5D35-552E-47BF-888A-A8140C0A94C2}"/>
              </a:ext>
            </a:extLst>
          </p:cNvPr>
          <p:cNvSpPr>
            <a:spLocks xmlns:a="http://schemas.openxmlformats.org/drawingml/2006/main" noGrp="1"/>
          </p:cNvSpPr>
          <p:nvPr/>
        </p:nvSpPr>
        <p:spPr>
          <a:xfrm xmlns:a="http://schemas.openxmlformats.org/drawingml/2006/main">
            <a:off x="10763250" y="6334125"/>
            <a:ext cx="80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4756D"/>
                </a:solidFill>
                <a:latin typeface="Arial"/>
                <a:ea typeface="Arial"/>
                <a:cs typeface="Arial"/>
              </a:defRPr>
            </a:pPr>
            <a:r>
              <a:rPr sz="1500" b="0">
                <a:solidFill>
                  <a:srgbClr val="64756D"/>
                </a:solidFill>
                <a:latin typeface="Arial"/>
                <a:ea typeface="Arial"/>
                <a:cs typeface="Arial"/>
              </a:rPr>
              <a:t>4 / 5</a:t>
            </a:r>
          </a:p>
        </p:txBody>
      </p:sp>
      <p:sp>
        <p:nvSpPr>
          <p:cNvPr id="4" name="">
            <a:extLst xmlns:a="http://schemas.openxmlformats.org/drawingml/2006/main">
              <a:ext uri="{FF2B5EF4-FFF2-40B4-BE49-F238E27FC236}">
                <a16:creationId xmlns:a16="http://schemas.microsoft.com/office/drawing/2014/main" id="{8B465237-653B-4381-8144-4FF4A3E5ED8D}"/>
              </a:ext>
            </a:extLst>
          </p:cNvPr>
          <p:cNvSpPr>
            <a:spLocks xmlns:a="http://schemas.openxmlformats.org/drawingml/2006/main" noGrp="1"/>
          </p:cNvSpPr>
          <p:nvPr/>
        </p:nvSpPr>
        <p:spPr>
          <a:xfrm xmlns:a="http://schemas.openxmlformats.org/drawingml/2006/main">
            <a:off x="704850" y="15621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pple SD Gothic Neo"/>
                <a:ea typeface="Apple SD Gothic Neo"/>
                <a:cs typeface="Apple SD Gothic Neo"/>
              </a:defRPr>
            </a:pPr>
            <a:r>
              <a:rPr sz="2400" b="1">
                <a:solidFill>
                  <a:srgbClr val="1B5147"/>
                </a:solidFill>
                <a:latin typeface="Apple SD Gothic Neo"/>
                <a:ea typeface="Apple SD Gothic Neo"/>
                <a:cs typeface="Apple SD Gothic Neo"/>
              </a:rPr>
              <a:t>규칙 기반 데모</a:t>
            </a:r>
          </a:p>
        </p:txBody>
      </p:sp>
      <p:sp>
        <p:nvSpPr>
          <p:cNvPr id="5" name="">
            <a:extLst xmlns:a="http://schemas.openxmlformats.org/drawingml/2006/main">
              <a:ext uri="{FF2B5EF4-FFF2-40B4-BE49-F238E27FC236}">
                <a16:creationId xmlns:a16="http://schemas.microsoft.com/office/drawing/2014/main" id="{73747151-0FB0-46B0-8539-CD83130E6DD8}"/>
              </a:ext>
            </a:extLst>
          </p:cNvPr>
          <p:cNvSpPr>
            <a:spLocks xmlns:a="http://schemas.openxmlformats.org/drawingml/2006/main" noGrp="1"/>
          </p:cNvSpPr>
          <p:nvPr/>
        </p:nvSpPr>
        <p:spPr>
          <a:xfrm xmlns:a="http://schemas.openxmlformats.org/drawingml/2006/main">
            <a:off x="704850" y="204787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pple SD Gothic Neo"/>
                <a:ea typeface="Apple SD Gothic Neo"/>
                <a:cs typeface="Apple SD Gothic Neo"/>
              </a:defRPr>
            </a:pPr>
            <a:r>
              <a:rPr sz="2100" b="0">
                <a:solidFill>
                  <a:srgbClr val="1B5147"/>
                </a:solidFill>
                <a:latin typeface="Apple SD Gothic Neo"/>
                <a:ea typeface="Apple SD Gothic Neo"/>
                <a:cs typeface="Apple SD Gothic Neo"/>
              </a:rPr>
              <a:t>정해진 표현을 해석하고, 수집한 답으로 요약과 서류를 만듭니다.</a:t>
            </a:r>
          </a:p>
          <a:p xmlns:a="http://schemas.openxmlformats.org/drawingml/2006/main">
            <a:pPr>
              <a:defRPr sz="2100" b="0">
                <a:solidFill>
                  <a:srgbClr val="1B5147"/>
                </a:solidFill>
                <a:latin typeface="Apple SD Gothic Neo"/>
                <a:ea typeface="Apple SD Gothic Neo"/>
                <a:cs typeface="Apple SD Gothic Neo"/>
              </a:defRPr>
            </a:pPr>
            <a:r>
              <a:rPr sz="2100" b="0">
                <a:solidFill>
                  <a:srgbClr val="1B5147"/>
                </a:solidFill>
                <a:latin typeface="Apple SD Gothic Neo"/>
                <a:ea typeface="Apple SD Gothic Neo"/>
                <a:cs typeface="Apple SD Gothic Neo"/>
              </a:rPr>
              <a:t>자유 대화를 이해하는 범용 LLM 연동은 구현하지 않았습니다.</a:t>
            </a:r>
          </a:p>
        </p:txBody>
      </p:sp>
      <p:sp>
        <p:nvSpPr>
          <p:cNvPr id="6" name="">
            <a:extLst xmlns:a="http://schemas.openxmlformats.org/drawingml/2006/main">
              <a:ext uri="{FF2B5EF4-FFF2-40B4-BE49-F238E27FC236}">
                <a16:creationId xmlns:a16="http://schemas.microsoft.com/office/drawing/2014/main" id="{B6AC21C1-D292-4167-83DF-4B754ACCA077}"/>
              </a:ext>
            </a:extLst>
          </p:cNvPr>
          <p:cNvSpPr>
            <a:spLocks xmlns:a="http://schemas.openxmlformats.org/drawingml/2006/main" noGrp="1"/>
          </p:cNvSpPr>
          <p:nvPr/>
        </p:nvSpPr>
        <p:spPr>
          <a:xfrm xmlns:a="http://schemas.openxmlformats.org/drawingml/2006/main">
            <a:off x="704850" y="31051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pple SD Gothic Neo"/>
                <a:ea typeface="Apple SD Gothic Neo"/>
                <a:cs typeface="Apple SD Gothic Neo"/>
              </a:defRPr>
            </a:pPr>
            <a:r>
              <a:rPr sz="2400" b="1">
                <a:solidFill>
                  <a:srgbClr val="1B5147"/>
                </a:solidFill>
                <a:latin typeface="Apple SD Gothic Neo"/>
                <a:ea typeface="Apple SD Gothic Neo"/>
                <a:cs typeface="Apple SD Gothic Neo"/>
              </a:rPr>
              <a:t>확인한 동작</a:t>
            </a:r>
          </a:p>
        </p:txBody>
      </p:sp>
      <p:sp>
        <p:nvSpPr>
          <p:cNvPr id="7" name="">
            <a:extLst xmlns:a="http://schemas.openxmlformats.org/drawingml/2006/main">
              <a:ext uri="{FF2B5EF4-FFF2-40B4-BE49-F238E27FC236}">
                <a16:creationId xmlns:a16="http://schemas.microsoft.com/office/drawing/2014/main" id="{5C1DBA55-E37F-4F04-AD8D-09B095AEC3A4}"/>
              </a:ext>
            </a:extLst>
          </p:cNvPr>
          <p:cNvSpPr>
            <a:spLocks xmlns:a="http://schemas.openxmlformats.org/drawingml/2006/main" noGrp="1"/>
          </p:cNvSpPr>
          <p:nvPr/>
        </p:nvSpPr>
        <p:spPr>
          <a:xfrm xmlns:a="http://schemas.openxmlformats.org/drawingml/2006/main">
            <a:off x="704850" y="36099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pple SD Gothic Neo"/>
                <a:ea typeface="Apple SD Gothic Neo"/>
                <a:cs typeface="Apple SD Gothic Neo"/>
              </a:defRPr>
            </a:pPr>
            <a:r>
              <a:rPr sz="2100" b="0">
                <a:solidFill>
                  <a:srgbClr val="1B5147"/>
                </a:solidFill>
                <a:latin typeface="Apple SD Gothic Neo"/>
                <a:ea typeface="Apple SD Gothic Neo"/>
                <a:cs typeface="Apple SD Gothic Neo"/>
              </a:rPr>
              <a:t>단위 검사 15/15, 합성 결과 비교 14/14, Chrome UI 검사 11/11 통과</a:t>
            </a:r>
          </a:p>
        </p:txBody>
      </p:sp>
      <p:sp>
        <p:nvSpPr>
          <p:cNvPr id="8" name="">
            <a:extLst xmlns:a="http://schemas.openxmlformats.org/drawingml/2006/main">
              <a:ext uri="{FF2B5EF4-FFF2-40B4-BE49-F238E27FC236}">
                <a16:creationId xmlns:a16="http://schemas.microsoft.com/office/drawing/2014/main" id="{F437428B-70CC-4A9A-9FF8-FE8ECADBAF9F}"/>
              </a:ext>
            </a:extLst>
          </p:cNvPr>
          <p:cNvSpPr>
            <a:spLocks xmlns:a="http://schemas.openxmlformats.org/drawingml/2006/main" noGrp="1"/>
          </p:cNvSpPr>
          <p:nvPr/>
        </p:nvSpPr>
        <p:spPr>
          <a:xfrm xmlns:a="http://schemas.openxmlformats.org/drawingml/2006/main">
            <a:off x="704850" y="40767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pple SD Gothic Neo"/>
                <a:ea typeface="Apple SD Gothic Neo"/>
                <a:cs typeface="Apple SD Gothic Neo"/>
              </a:defRPr>
            </a:pPr>
            <a:r>
              <a:rPr sz="1875" b="0">
                <a:solidFill>
                  <a:srgbClr val="64756D"/>
                </a:solidFill>
                <a:latin typeface="Apple SD Gothic Neo"/>
                <a:ea typeface="Apple SD Gothic Neo"/>
                <a:cs typeface="Apple SD Gothic Neo"/>
              </a:rPr>
              <a:t>자동 검사는 합성 입력 기반입니다. 실제 마이크 성공을 뜻하지 않습니다.</a:t>
            </a:r>
          </a:p>
        </p:txBody>
      </p:sp>
      <p:sp>
        <p:nvSpPr>
          <p:cNvPr id="9" name="">
            <a:extLst xmlns:a="http://schemas.openxmlformats.org/drawingml/2006/main">
              <a:ext uri="{FF2B5EF4-FFF2-40B4-BE49-F238E27FC236}">
                <a16:creationId xmlns:a16="http://schemas.microsoft.com/office/drawing/2014/main" id="{0DEF6306-3109-4220-BDCD-DA7AC7B05085}"/>
              </a:ext>
            </a:extLst>
          </p:cNvPr>
          <p:cNvSpPr>
            <a:spLocks xmlns:a="http://schemas.openxmlformats.org/drawingml/2006/main" noGrp="1"/>
          </p:cNvSpPr>
          <p:nvPr/>
        </p:nvSpPr>
        <p:spPr>
          <a:xfrm xmlns:a="http://schemas.openxmlformats.org/drawingml/2006/main">
            <a:off x="704850" y="47625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B5147"/>
                </a:solidFill>
                <a:latin typeface="Apple SD Gothic Neo"/>
                <a:ea typeface="Apple SD Gothic Neo"/>
                <a:cs typeface="Apple SD Gothic Neo"/>
              </a:defRPr>
            </a:pPr>
            <a:r>
              <a:rPr sz="2250" b="1">
                <a:solidFill>
                  <a:srgbClr val="1B5147"/>
                </a:solidFill>
                <a:latin typeface="Apple SD Gothic Neo"/>
                <a:ea typeface="Apple SD Gothic Neo"/>
                <a:cs typeface="Apple SD Gothic Neo"/>
              </a:rPr>
              <a:t>브라우저 음성인식(STT)과 한국어 음성합성(TTS)</a:t>
            </a:r>
          </a:p>
        </p:txBody>
      </p:sp>
      <p:sp>
        <p:nvSpPr>
          <p:cNvPr id="10" name="">
            <a:extLst xmlns:a="http://schemas.openxmlformats.org/drawingml/2006/main">
              <a:ext uri="{FF2B5EF4-FFF2-40B4-BE49-F238E27FC236}">
                <a16:creationId xmlns:a16="http://schemas.microsoft.com/office/drawing/2014/main" id="{3F963724-54CD-4707-BD60-F5A6C4FBB3A0}"/>
              </a:ext>
            </a:extLst>
          </p:cNvPr>
          <p:cNvSpPr>
            <a:spLocks xmlns:a="http://schemas.openxmlformats.org/drawingml/2006/main" noGrp="1"/>
          </p:cNvSpPr>
          <p:nvPr/>
        </p:nvSpPr>
        <p:spPr>
          <a:xfrm xmlns:a="http://schemas.openxmlformats.org/drawingml/2006/main">
            <a:off x="704850" y="5238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986224"/>
                </a:solidFill>
                <a:latin typeface="Apple SD Gothic Neo"/>
                <a:ea typeface="Apple SD Gothic Neo"/>
                <a:cs typeface="Apple SD Gothic Neo"/>
              </a:defRPr>
            </a:pPr>
            <a:r>
              <a:rPr sz="2100" b="1">
                <a:solidFill>
                  <a:srgbClr val="986224"/>
                </a:solidFill>
                <a:latin typeface="Apple SD Gothic Neo"/>
                <a:ea typeface="Apple SD Gothic Neo"/>
                <a:cs typeface="Apple SD Gothic Neo"/>
              </a:rPr>
              <a:t>실제 마이크 대화와 한국어 음성 청취: Unverified</a:t>
            </a:r>
          </a:p>
        </p:txBody>
      </p:sp>
      <p:sp>
        <p:nvSpPr>
          <p:cNvPr id="11" name="">
            <a:extLst xmlns:a="http://schemas.openxmlformats.org/drawingml/2006/main">
              <a:ext uri="{FF2B5EF4-FFF2-40B4-BE49-F238E27FC236}">
                <a16:creationId xmlns:a16="http://schemas.microsoft.com/office/drawing/2014/main" id="{B859BA8F-2B0A-44DF-8BC2-22357B35019E}"/>
              </a:ext>
            </a:extLst>
          </p:cNvPr>
          <p:cNvSpPr>
            <a:spLocks xmlns:a="http://schemas.openxmlformats.org/drawingml/2006/main" noGrp="1"/>
          </p:cNvSpPr>
          <p:nvPr/>
        </p:nvSpPr>
        <p:spPr>
          <a:xfrm xmlns:a="http://schemas.openxmlformats.org/drawingml/2006/main">
            <a:off x="704850" y="58674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미응답·모호한 사실은 Unclear. 확인한 가상 사실은 Confirmed in simulation.</a:t>
            </a:r>
          </a:p>
        </p:txBody>
      </p:sp>
    </p:spTree>
    <p:extLst>
      <p:ext uri="{BB962C8B-B14F-4D97-AF65-F5344CB8AC3E}">
        <p14:creationId xmlns:p14="http://schemas.microsoft.com/office/powerpoint/2010/main" val="380968945"/>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EF749A2-9135-419B-8243-0AA24F9B6958}"/>
              </a:ext>
            </a:extLst>
          </p:cNvPr>
          <p:cNvSpPr>
            <a:spLocks xmlns:a="http://schemas.openxmlformats.org/drawingml/2006/main" noGrp="1"/>
          </p:cNvSpPr>
          <p:nvPr/>
        </p:nvSpPr>
        <p:spPr>
          <a:xfrm xmlns:a="http://schemas.openxmlformats.org/drawingml/2006/main">
            <a:off x="685800" y="5524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pple SD Gothic Neo"/>
                <a:ea typeface="Apple SD Gothic Neo"/>
                <a:cs typeface="Apple SD Gothic Neo"/>
              </a:defRPr>
            </a:pPr>
            <a:r>
              <a:rPr sz="3900" b="1">
                <a:solidFill>
                  <a:srgbClr val="1B5147"/>
                </a:solidFill>
                <a:latin typeface="Apple SD Gothic Neo"/>
                <a:ea typeface="Apple SD Gothic Neo"/>
                <a:cs typeface="Apple SD Gothic Neo"/>
              </a:rPr>
              <a:t>사용자 가치 가설과 남은 확인</a:t>
            </a:r>
          </a:p>
        </p:txBody>
      </p:sp>
      <p:sp>
        <p:nvSpPr>
          <p:cNvPr id="2" name="">
            <a:extLst xmlns:a="http://schemas.openxmlformats.org/drawingml/2006/main">
              <a:ext uri="{FF2B5EF4-FFF2-40B4-BE49-F238E27FC236}">
                <a16:creationId xmlns:a16="http://schemas.microsoft.com/office/drawing/2014/main" id="{291E5977-E49B-420F-A985-BD087C33FD63}"/>
              </a:ext>
            </a:extLst>
          </p:cNvPr>
          <p:cNvSpPr>
            <a:spLocks xmlns:a="http://schemas.openxmlformats.org/drawingml/2006/main" noGrp="1"/>
          </p:cNvSpPr>
          <p:nvPr/>
        </p:nvSpPr>
        <p:spPr>
          <a:xfrm xmlns:a="http://schemas.openxmlformats.org/drawingml/2006/main">
            <a:off x="685800" y="63341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4756D"/>
                </a:solidFill>
                <a:latin typeface="Arial"/>
                <a:ea typeface="Arial"/>
                <a:cs typeface="Arial"/>
              </a:defRPr>
            </a:pPr>
            <a:r>
              <a:rPr sz="1500" b="0">
                <a:solidFill>
                  <a:srgbClr val="64756D"/>
                </a:solidFill>
                <a:latin typeface="Arial"/>
                <a:ea typeface="Arial"/>
                <a:cs typeface="Arial"/>
              </a:rPr>
              <a:t>YOKOBU · Simulated call · 실제 전화 없음</a:t>
            </a:r>
          </a:p>
        </p:txBody>
      </p:sp>
      <p:sp>
        <p:nvSpPr>
          <p:cNvPr id="3" name="">
            <a:extLst xmlns:a="http://schemas.openxmlformats.org/drawingml/2006/main">
              <a:ext uri="{FF2B5EF4-FFF2-40B4-BE49-F238E27FC236}">
                <a16:creationId xmlns:a16="http://schemas.microsoft.com/office/drawing/2014/main" id="{000BA09F-94B4-43BE-B9CC-19C8474EC832}"/>
              </a:ext>
            </a:extLst>
          </p:cNvPr>
          <p:cNvSpPr>
            <a:spLocks xmlns:a="http://schemas.openxmlformats.org/drawingml/2006/main" noGrp="1"/>
          </p:cNvSpPr>
          <p:nvPr/>
        </p:nvSpPr>
        <p:spPr>
          <a:xfrm xmlns:a="http://schemas.openxmlformats.org/drawingml/2006/main">
            <a:off x="10763250" y="6334125"/>
            <a:ext cx="80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4756D"/>
                </a:solidFill>
                <a:latin typeface="Arial"/>
                <a:ea typeface="Arial"/>
                <a:cs typeface="Arial"/>
              </a:defRPr>
            </a:pPr>
            <a:r>
              <a:rPr sz="1500" b="0">
                <a:solidFill>
                  <a:srgbClr val="64756D"/>
                </a:solidFill>
                <a:latin typeface="Arial"/>
                <a:ea typeface="Arial"/>
                <a:cs typeface="Arial"/>
              </a:rPr>
              <a:t>5 / 5</a:t>
            </a:r>
          </a:p>
        </p:txBody>
      </p:sp>
      <p:sp>
        <p:nvSpPr>
          <p:cNvPr id="4" name="">
            <a:extLst xmlns:a="http://schemas.openxmlformats.org/drawingml/2006/main">
              <a:ext uri="{FF2B5EF4-FFF2-40B4-BE49-F238E27FC236}">
                <a16:creationId xmlns:a16="http://schemas.microsoft.com/office/drawing/2014/main" id="{53290522-39EE-4A22-B986-4B81FEAC2D8D}"/>
              </a:ext>
            </a:extLst>
          </p:cNvPr>
          <p:cNvSpPr>
            <a:spLocks xmlns:a="http://schemas.openxmlformats.org/drawingml/2006/main" noGrp="1"/>
          </p:cNvSpPr>
          <p:nvPr/>
        </p:nvSpPr>
        <p:spPr>
          <a:xfrm xmlns:a="http://schemas.openxmlformats.org/drawingml/2006/main">
            <a:off x="704850" y="1638300"/>
            <a:ext cx="10429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pple SD Gothic Neo"/>
                <a:ea typeface="Apple SD Gothic Neo"/>
                <a:cs typeface="Apple SD Gothic Neo"/>
              </a:defRPr>
            </a:pPr>
            <a:r>
              <a:rPr sz="2550" b="1">
                <a:solidFill>
                  <a:srgbClr val="1B5147"/>
                </a:solidFill>
                <a:latin typeface="Apple SD Gothic Neo"/>
                <a:ea typeface="Apple SD Gothic Neo"/>
                <a:cs typeface="Apple SD Gothic Neo"/>
              </a:rPr>
              <a:t>가치 가설</a:t>
            </a:r>
          </a:p>
        </p:txBody>
      </p:sp>
      <p:sp>
        <p:nvSpPr>
          <p:cNvPr id="5" name="">
            <a:extLst xmlns:a="http://schemas.openxmlformats.org/drawingml/2006/main">
              <a:ext uri="{FF2B5EF4-FFF2-40B4-BE49-F238E27FC236}">
                <a16:creationId xmlns:a16="http://schemas.microsoft.com/office/drawing/2014/main" id="{AFDF15ED-C23E-4CD5-A7D5-91648C3FB3A4}"/>
              </a:ext>
            </a:extLst>
          </p:cNvPr>
          <p:cNvSpPr>
            <a:spLocks xmlns:a="http://schemas.openxmlformats.org/drawingml/2006/main" noGrp="1"/>
          </p:cNvSpPr>
          <p:nvPr/>
        </p:nvSpPr>
        <p:spPr>
          <a:xfrm xmlns:a="http://schemas.openxmlformats.org/drawingml/2006/main">
            <a:off x="704850" y="2190750"/>
            <a:ext cx="108204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1B5147"/>
                </a:solidFill>
                <a:latin typeface="Apple SD Gothic Neo"/>
                <a:ea typeface="Apple SD Gothic Neo"/>
                <a:cs typeface="Apple SD Gothic Neo"/>
              </a:defRPr>
            </a:pPr>
            <a:r>
              <a:rPr sz="2850" b="0">
                <a:solidFill>
                  <a:srgbClr val="1B5147"/>
                </a:solidFill>
                <a:latin typeface="Apple SD Gothic Neo"/>
                <a:ea typeface="Apple SD Gothic Neo"/>
                <a:cs typeface="Apple SD Gothic Neo"/>
              </a:rPr>
              <a:t>한국어 통화를 직접 수행하기 어려운 사용자가</a:t>
            </a:r>
          </a:p>
          <a:p xmlns:a="http://schemas.openxmlformats.org/drawingml/2006/main">
            <a:pPr>
              <a:defRPr sz="2850" b="0">
                <a:solidFill>
                  <a:srgbClr val="1B5147"/>
                </a:solidFill>
                <a:latin typeface="Apple SD Gothic Neo"/>
                <a:ea typeface="Apple SD Gothic Neo"/>
                <a:cs typeface="Apple SD Gothic Neo"/>
              </a:defRPr>
            </a:pPr>
            <a:r>
              <a:rPr sz="2850" b="0">
                <a:solidFill>
                  <a:srgbClr val="1B5147"/>
                </a:solidFill>
                <a:latin typeface="Apple SD Gothic Neo"/>
                <a:ea typeface="Apple SD Gothic Neo"/>
                <a:cs typeface="Apple SD Gothic Neo"/>
              </a:rPr>
              <a:t>필요한 정보를 텍스트로 확인할 수 있을까요?</a:t>
            </a:r>
          </a:p>
        </p:txBody>
      </p:sp>
      <p:sp>
        <p:nvSpPr>
          <p:cNvPr id="6" name="">
            <a:extLst xmlns:a="http://schemas.openxmlformats.org/drawingml/2006/main">
              <a:ext uri="{FF2B5EF4-FFF2-40B4-BE49-F238E27FC236}">
                <a16:creationId xmlns:a16="http://schemas.microsoft.com/office/drawing/2014/main" id="{971FA900-F805-45FA-80F7-21FF4CF1FBFC}"/>
              </a:ext>
            </a:extLst>
          </p:cNvPr>
          <p:cNvSpPr>
            <a:spLocks xmlns:a="http://schemas.openxmlformats.org/drawingml/2006/main" noGrp="1"/>
          </p:cNvSpPr>
          <p:nvPr/>
        </p:nvSpPr>
        <p:spPr>
          <a:xfrm xmlns:a="http://schemas.openxmlformats.org/drawingml/2006/main">
            <a:off x="704850" y="35623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986224"/>
                </a:solidFill>
                <a:latin typeface="Arial"/>
                <a:ea typeface="Arial"/>
                <a:cs typeface="Arial"/>
              </a:defRPr>
            </a:pPr>
            <a:r>
              <a:rPr sz="3375" b="1">
                <a:solidFill>
                  <a:srgbClr val="986224"/>
                </a:solidFill>
                <a:latin typeface="Arial"/>
                <a:ea typeface="Arial"/>
                <a:cs typeface="Arial"/>
              </a:rPr>
              <a:t>Unverified</a:t>
            </a:r>
          </a:p>
        </p:txBody>
      </p:sp>
      <p:sp>
        <p:nvSpPr>
          <p:cNvPr id="7" name="">
            <a:extLst xmlns:a="http://schemas.openxmlformats.org/drawingml/2006/main">
              <a:ext uri="{FF2B5EF4-FFF2-40B4-BE49-F238E27FC236}">
                <a16:creationId xmlns:a16="http://schemas.microsoft.com/office/drawing/2014/main" id="{35EF0821-275D-4707-9742-28A7B70CBA7A}"/>
              </a:ext>
            </a:extLst>
          </p:cNvPr>
          <p:cNvSpPr>
            <a:spLocks xmlns:a="http://schemas.openxmlformats.org/drawingml/2006/main" noGrp="1"/>
          </p:cNvSpPr>
          <p:nvPr/>
        </p:nvSpPr>
        <p:spPr>
          <a:xfrm xmlns:a="http://schemas.openxmlformats.org/drawingml/2006/main">
            <a:off x="704850" y="417195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B5147"/>
                </a:solidFill>
                <a:latin typeface="Apple SD Gothic Neo"/>
                <a:ea typeface="Apple SD Gothic Neo"/>
                <a:cs typeface="Apple SD Gothic Neo"/>
              </a:defRPr>
            </a:pPr>
            <a:r>
              <a:rPr sz="2250" b="0">
                <a:solidFill>
                  <a:srgbClr val="1B5147"/>
                </a:solidFill>
                <a:latin typeface="Apple SD Gothic Neo"/>
                <a:ea typeface="Apple SD Gothic Neo"/>
                <a:cs typeface="Apple SD Gothic Neo"/>
              </a:rPr>
              <a:t>실제 사용자 피드백을 아직 받지 않았습니다.</a:t>
            </a:r>
          </a:p>
        </p:txBody>
      </p:sp>
      <p:sp>
        <p:nvSpPr>
          <p:cNvPr id="8" name="">
            <a:extLst xmlns:a="http://schemas.openxmlformats.org/drawingml/2006/main">
              <a:ext uri="{FF2B5EF4-FFF2-40B4-BE49-F238E27FC236}">
                <a16:creationId xmlns:a16="http://schemas.microsoft.com/office/drawing/2014/main" id="{CF00DC5E-833D-43C9-97A4-7C7BDB87DCFB}"/>
              </a:ext>
            </a:extLst>
          </p:cNvPr>
          <p:cNvSpPr>
            <a:spLocks xmlns:a="http://schemas.openxmlformats.org/drawingml/2006/main" noGrp="1"/>
          </p:cNvSpPr>
          <p:nvPr/>
        </p:nvSpPr>
        <p:spPr>
          <a:xfrm xmlns:a="http://schemas.openxmlformats.org/drawingml/2006/main">
            <a:off x="704850" y="505777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pple SD Gothic Neo"/>
                <a:ea typeface="Apple SD Gothic Neo"/>
                <a:cs typeface="Apple SD Gothic Neo"/>
              </a:defRPr>
            </a:pPr>
            <a:r>
              <a:rPr sz="2325" b="1">
                <a:solidFill>
                  <a:srgbClr val="1B5147"/>
                </a:solidFill>
                <a:latin typeface="Apple SD Gothic Neo"/>
                <a:ea typeface="Apple SD Gothic Neo"/>
                <a:cs typeface="Apple SD Gothic Neo"/>
              </a:rPr>
              <a:t>오늘의 범위: 클리닉 마이크 시뮬레이션</a:t>
            </a:r>
          </a:p>
        </p:txBody>
      </p:sp>
      <p:sp>
        <p:nvSpPr>
          <p:cNvPr id="9" name="">
            <a:extLst xmlns:a="http://schemas.openxmlformats.org/drawingml/2006/main">
              <a:ext uri="{FF2B5EF4-FFF2-40B4-BE49-F238E27FC236}">
                <a16:creationId xmlns:a16="http://schemas.microsoft.com/office/drawing/2014/main" id="{4A3D5D66-9DE6-4A06-9309-F74BE21FE786}"/>
              </a:ext>
            </a:extLst>
          </p:cNvPr>
          <p:cNvSpPr>
            <a:spLocks xmlns:a="http://schemas.openxmlformats.org/drawingml/2006/main" noGrp="1"/>
          </p:cNvSpPr>
          <p:nvPr/>
        </p:nvSpPr>
        <p:spPr>
          <a:xfrm xmlns:a="http://schemas.openxmlformats.org/drawingml/2006/main">
            <a:off x="704850" y="55245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64756D"/>
                </a:solidFill>
                <a:latin typeface="Apple SD Gothic Neo"/>
                <a:ea typeface="Apple SD Gothic Neo"/>
                <a:cs typeface="Apple SD Gothic Neo"/>
              </a:defRPr>
            </a:pPr>
            <a:r>
              <a:rPr sz="1725" b="0">
                <a:solidFill>
                  <a:srgbClr val="64756D"/>
                </a:solidFill>
                <a:latin typeface="Apple SD Gothic Neo"/>
                <a:ea typeface="Apple SD Gothic Neo"/>
                <a:cs typeface="Apple SD Gothic Neo"/>
              </a:rPr>
              <a:t>실제 전화, 검색, 영구 프로필, 여러 장소 추천, 녹음과 후속 서비스는 제외합니다.</a:t>
            </a:r>
          </a:p>
          <a:p xmlns:a="http://schemas.openxmlformats.org/drawingml/2006/main">
            <a:pPr>
              <a:defRPr sz="1725" b="0">
                <a:solidFill>
                  <a:srgbClr val="64756D"/>
                </a:solidFill>
                <a:latin typeface="Apple SD Gothic Neo"/>
                <a:ea typeface="Apple SD Gothic Neo"/>
                <a:cs typeface="Apple SD Gothic Neo"/>
              </a:defRPr>
            </a:pPr>
            <a:r>
              <a:rPr sz="1725" b="0">
                <a:solidFill>
                  <a:srgbClr val="64756D"/>
                </a:solidFill>
                <a:latin typeface="Apple SD Gothic Neo"/>
                <a:ea typeface="Apple SD Gothic Neo"/>
                <a:cs typeface="Apple SD Gothic Neo"/>
              </a:rPr>
              <a:t>두 스마트폰 동시 시연 환경은 Unconfirmed입니다.</a:t>
            </a:r>
          </a:p>
        </p:txBody>
      </p:sp>
    </p:spTree>
    <p:extLst>
      <p:ext uri="{BB962C8B-B14F-4D97-AF65-F5344CB8AC3E}">
        <p14:creationId xmlns:p14="http://schemas.microsoft.com/office/powerpoint/2010/main" val="635044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2026-09-29T03:47:38.4890000Z</dcterms:created>
  <dcterms:modified xsi:type="dcterms:W3CDTF">2026-09-29T03:47:38.4890000Z</dcterms:modified>
</coreProperties>
</file>